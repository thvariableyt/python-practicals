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74" r:id="rId12"/>
    <p:sldId id="267" r:id="rId13"/>
    <p:sldId id="266" r:id="rId14"/>
    <p:sldId id="268" r:id="rId15"/>
    <p:sldId id="269" r:id="rId16"/>
    <p:sldId id="270" r:id="rId17"/>
    <p:sldId id="277" r:id="rId18"/>
    <p:sldId id="279" r:id="rId19"/>
    <p:sldId id="271" r:id="rId20"/>
    <p:sldId id="272" r:id="rId21"/>
    <p:sldId id="273" r:id="rId22"/>
    <p:sldId id="278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99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31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08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35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76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709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20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8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06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27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12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5B16A-0BFA-4D8F-A653-131DFC1DA27D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C6AFB35-8A63-4E37-AFD7-818C906C435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13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2ACC-3499-4E7A-9F8B-311C376B7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GUI Programming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94A4E-1D0E-4463-8C92-3839A1D4E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1- part 2</a:t>
            </a:r>
          </a:p>
        </p:txBody>
      </p:sp>
    </p:spTree>
    <p:extLst>
      <p:ext uri="{BB962C8B-B14F-4D97-AF65-F5344CB8AC3E}">
        <p14:creationId xmlns:p14="http://schemas.microsoft.com/office/powerpoint/2010/main" val="208356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248C-8340-4B08-856C-6A24CFDF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Checkbutton</a:t>
            </a:r>
            <a:r>
              <a:rPr lang="en-IN" dirty="0"/>
              <a:t>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9980E-2350-49AC-BD77-361390F9D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N" dirty="0"/>
              <a:t>The </a:t>
            </a:r>
            <a:r>
              <a:rPr lang="en-IN" dirty="0" err="1"/>
              <a:t>Checkbutton</a:t>
            </a:r>
            <a:r>
              <a:rPr lang="en-IN" dirty="0"/>
              <a:t> widget is used to display a number of options to a user as toggle buttons. The user can then select one or more options by clicking the button corresponding to each option.</a:t>
            </a:r>
          </a:p>
          <a:p>
            <a:pPr marL="0" indent="0" algn="just">
              <a:buNone/>
            </a:pPr>
            <a:r>
              <a:rPr lang="en-IN" dirty="0"/>
              <a:t>Syntax</a:t>
            </a:r>
          </a:p>
          <a:p>
            <a:pPr algn="just"/>
            <a:r>
              <a:rPr lang="en-IN" dirty="0"/>
              <a:t>w = </a:t>
            </a:r>
            <a:r>
              <a:rPr lang="en-IN" dirty="0" err="1"/>
              <a:t>Checkbutton</a:t>
            </a:r>
            <a:r>
              <a:rPr lang="en-IN" dirty="0"/>
              <a:t> ( master, option, ... )</a:t>
            </a:r>
          </a:p>
          <a:p>
            <a:pPr marL="0" indent="0" algn="just">
              <a:buNone/>
            </a:pPr>
            <a:r>
              <a:rPr lang="en-IN" b="1" dirty="0"/>
              <a:t>Parameters:</a:t>
            </a:r>
          </a:p>
          <a:p>
            <a:pPr algn="just"/>
            <a:r>
              <a:rPr lang="en-IN" b="1" dirty="0"/>
              <a:t>master:</a:t>
            </a:r>
            <a:r>
              <a:rPr lang="en-IN" dirty="0"/>
              <a:t> This represents the parent window.</a:t>
            </a:r>
          </a:p>
          <a:p>
            <a:r>
              <a:rPr lang="en-IN" b="1" dirty="0"/>
              <a:t>options:</a:t>
            </a:r>
            <a:r>
              <a:rPr lang="en-IN" dirty="0"/>
              <a:t> Here is the list of most commonly used options for this widget. These options can be used as key value pairs separated by commas.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22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BDF73-3BBC-4890-B4DA-5C67D5D5817A}"/>
              </a:ext>
            </a:extLst>
          </p:cNvPr>
          <p:cNvSpPr txBox="1"/>
          <p:nvPr/>
        </p:nvSpPr>
        <p:spPr>
          <a:xfrm>
            <a:off x="1219200" y="27829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FD65C-08B7-4D03-9FD8-05C817865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08" y="647628"/>
            <a:ext cx="8427140" cy="1653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A5FF89-58D7-406A-A035-B89964E5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08" y="2301054"/>
            <a:ext cx="8381141" cy="13565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725DEF-3A77-44FC-ACBB-F12F5141C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08" y="3657600"/>
            <a:ext cx="8381140" cy="14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52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5E5482-E4FE-4120-9497-D6988713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13" y="424484"/>
            <a:ext cx="8641039" cy="1368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60AF29-A77B-4C59-A7E3-1AFE6685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12" y="1792736"/>
            <a:ext cx="8641039" cy="1644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3B0A63-B8C5-4917-ACF6-26DACF2FA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611" y="3420262"/>
            <a:ext cx="8736487" cy="112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FC0C-B866-41B1-8DA1-61399C4F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Radiobutton</a:t>
            </a:r>
            <a:r>
              <a:rPr lang="en-IN" dirty="0"/>
              <a:t>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5E81-B15C-4C17-BA17-F39CB07B2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65151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This widget implements a multiple-choice button, which is a way to offer many possible selections to the user and lets user choose only one of them.</a:t>
            </a:r>
          </a:p>
          <a:p>
            <a:pPr algn="just"/>
            <a:r>
              <a:rPr lang="en-IN" dirty="0"/>
              <a:t>In order to implement this functionality, each group of </a:t>
            </a:r>
            <a:r>
              <a:rPr lang="en-IN" dirty="0" err="1"/>
              <a:t>radiobuttons</a:t>
            </a:r>
            <a:r>
              <a:rPr lang="en-IN" dirty="0"/>
              <a:t> must be associated to the same variable and each one of the buttons must symbolize a single value. You can use the Tab key to switch from one </a:t>
            </a:r>
            <a:r>
              <a:rPr lang="en-IN" dirty="0" err="1"/>
              <a:t>radionbutton</a:t>
            </a:r>
            <a:r>
              <a:rPr lang="en-IN" dirty="0"/>
              <a:t> to another.</a:t>
            </a:r>
          </a:p>
          <a:p>
            <a:pPr algn="just"/>
            <a:r>
              <a:rPr lang="en-IN" dirty="0"/>
              <a:t>Syntax</a:t>
            </a:r>
          </a:p>
          <a:p>
            <a:pPr algn="just"/>
            <a:r>
              <a:rPr lang="en-IN" dirty="0"/>
              <a:t>w = </a:t>
            </a:r>
            <a:r>
              <a:rPr lang="en-IN" dirty="0" err="1"/>
              <a:t>Radiobutton</a:t>
            </a:r>
            <a:r>
              <a:rPr lang="en-IN" dirty="0"/>
              <a:t> ( master, option, ... )</a:t>
            </a:r>
          </a:p>
          <a:p>
            <a:pPr algn="just"/>
            <a:r>
              <a:rPr lang="en-IN" dirty="0"/>
              <a:t>Parameters</a:t>
            </a:r>
          </a:p>
          <a:p>
            <a:pPr algn="just"/>
            <a:r>
              <a:rPr lang="en-IN" b="1" dirty="0"/>
              <a:t>master:</a:t>
            </a:r>
            <a:r>
              <a:rPr lang="en-IN" dirty="0"/>
              <a:t> This represents the parent window.</a:t>
            </a:r>
          </a:p>
          <a:p>
            <a:pPr algn="just"/>
            <a:r>
              <a:rPr lang="en-IN" b="1" dirty="0"/>
              <a:t>options:</a:t>
            </a:r>
            <a:r>
              <a:rPr lang="en-IN" dirty="0"/>
              <a:t> Here is the list of most commonly used options for this widget. These options can be used as key-value pairs separated by commas.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61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B6F64-4B46-4149-B1C2-5F13459385C6}"/>
              </a:ext>
            </a:extLst>
          </p:cNvPr>
          <p:cNvSpPr txBox="1"/>
          <p:nvPr/>
        </p:nvSpPr>
        <p:spPr>
          <a:xfrm>
            <a:off x="2319130" y="29154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3F53C-8A18-4E75-BC53-5DB68CAB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95" y="872571"/>
            <a:ext cx="8616813" cy="1004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9BE8B6-06AE-4B50-9F4F-842F4615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795" y="1876698"/>
            <a:ext cx="8616813" cy="539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FF7C07-34FB-408B-9447-394088976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794" y="2416033"/>
            <a:ext cx="8616813" cy="280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1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8CB30F-A65E-4BD1-ADA1-489E269DF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28" y="218247"/>
            <a:ext cx="8848933" cy="1637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872B4-E546-4374-928C-9084DB81F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528" y="1855494"/>
            <a:ext cx="8848933" cy="791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3342E5-C7D5-420D-BDC9-9299F70BC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947" y="2951715"/>
            <a:ext cx="447675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3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BAC0-4A3A-4440-B2E1-BE36AF08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9890C-01F9-452F-8994-7BF0B9B0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364" y="1853754"/>
            <a:ext cx="3391314" cy="397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2216-0360-4846-9FB3-A322F32F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Listbox</a:t>
            </a:r>
            <a:r>
              <a:rPr lang="en-IN" dirty="0"/>
              <a:t>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C799-CEB3-4743-9D87-753DD60D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44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2000" dirty="0"/>
              <a:t>The </a:t>
            </a:r>
            <a:r>
              <a:rPr lang="en-IN" sz="2000" dirty="0" err="1"/>
              <a:t>Listbox</a:t>
            </a:r>
            <a:r>
              <a:rPr lang="en-IN" sz="2000" dirty="0"/>
              <a:t> widget is used to display a list of items from which a user can select a number of items</a:t>
            </a:r>
          </a:p>
          <a:p>
            <a:pPr algn="just"/>
            <a:r>
              <a:rPr lang="en-IN" sz="2000" dirty="0"/>
              <a:t>Syntax</a:t>
            </a:r>
          </a:p>
          <a:p>
            <a:pPr algn="just"/>
            <a:r>
              <a:rPr lang="en-IN" sz="2000" dirty="0"/>
              <a:t>Here is the simple syntax to create this widget −</a:t>
            </a:r>
          </a:p>
          <a:p>
            <a:pPr algn="just"/>
            <a:r>
              <a:rPr lang="en-IN" sz="2000" dirty="0"/>
              <a:t>w = </a:t>
            </a:r>
            <a:r>
              <a:rPr lang="en-IN" sz="2000" dirty="0" err="1"/>
              <a:t>Listbox</a:t>
            </a:r>
            <a:r>
              <a:rPr lang="en-IN" sz="2000" dirty="0"/>
              <a:t> ( master, option, ... )</a:t>
            </a:r>
          </a:p>
          <a:p>
            <a:pPr algn="just"/>
            <a:r>
              <a:rPr lang="en-IN" sz="2000" dirty="0"/>
              <a:t>Parameters</a:t>
            </a:r>
          </a:p>
          <a:p>
            <a:pPr algn="just"/>
            <a:r>
              <a:rPr lang="en-IN" sz="2000" b="1" dirty="0"/>
              <a:t>master:</a:t>
            </a:r>
            <a:r>
              <a:rPr lang="en-IN" sz="2000" dirty="0"/>
              <a:t> This represents the parent window.</a:t>
            </a:r>
          </a:p>
          <a:p>
            <a:pPr algn="just"/>
            <a:r>
              <a:rPr lang="en-IN" sz="2000" b="1" dirty="0"/>
              <a:t>options:</a:t>
            </a:r>
            <a:r>
              <a:rPr lang="en-IN" sz="2000" dirty="0"/>
              <a:t> Here is the list of most commonly used options for this widget. These options can be used as key-value pairs separated by commas</a:t>
            </a:r>
            <a:r>
              <a:rPr lang="en-IN" sz="1000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965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BB8B3-3B18-4722-8C3C-2E089D64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274" y="712303"/>
            <a:ext cx="8193778" cy="28307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F74CF7-4265-4DFB-9879-514DF76D2A67}"/>
              </a:ext>
            </a:extLst>
          </p:cNvPr>
          <p:cNvSpPr txBox="1"/>
          <p:nvPr/>
        </p:nvSpPr>
        <p:spPr>
          <a:xfrm>
            <a:off x="1842052" y="29154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2AA06-4A0A-40EC-84C4-3B9E6C06ADEE}"/>
              </a:ext>
            </a:extLst>
          </p:cNvPr>
          <p:cNvSpPr txBox="1"/>
          <p:nvPr/>
        </p:nvSpPr>
        <p:spPr>
          <a:xfrm>
            <a:off x="1987826" y="386963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Methods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E8454-9208-4288-AA5D-1D6FE923F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274" y="4246432"/>
            <a:ext cx="8423215" cy="709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549C93-964F-4FEC-955B-926333B7A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274" y="4968198"/>
            <a:ext cx="7388996" cy="4651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9C9BB2-5BA7-410C-BF48-A0A71334B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274" y="5445276"/>
            <a:ext cx="8617848" cy="76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2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4BEDE1-6C0A-4F25-8BC7-16739B77C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825" y="407917"/>
            <a:ext cx="9231175" cy="243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70EF-D7E9-4A52-A00A-475BE9A2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Spinbox</a:t>
            </a:r>
            <a:r>
              <a:rPr lang="en-IN" dirty="0"/>
              <a:t>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244C5-8C0D-4509-A189-2FC2A5310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44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Spinbox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widget is an alternative to the Entry widget. It provides the range of values to the user, out of which, the user can select the one.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is used in the case where a user is given some fixed number of values to choose from.</a:t>
            </a:r>
          </a:p>
          <a:p>
            <a:pPr algn="l"/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We can use various options with the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Spinbox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to decorate the widget. The syntax to use the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Spinbox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is given below.</a:t>
            </a:r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 =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Spinbox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(master, options)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master</a:t>
            </a:r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This represents the parent window.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options</a:t>
            </a:r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Here is the list of most commonly used options for this widget. These options can be used as key-value pairs separated by commas.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087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BBE4F-1F8C-4BA0-B1F5-5EC4427D2407}"/>
              </a:ext>
            </a:extLst>
          </p:cNvPr>
          <p:cNvSpPr txBox="1"/>
          <p:nvPr/>
        </p:nvSpPr>
        <p:spPr>
          <a:xfrm>
            <a:off x="2027583" y="397565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Options: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E2828-A454-4877-9FD4-D192BAB9F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97" y="804070"/>
            <a:ext cx="9392686" cy="2624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4C9CE1-9D6F-457D-9856-0D84D931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297" y="3429000"/>
            <a:ext cx="8995120" cy="1043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243DB-066D-4BF9-9E5C-51555FED9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96" y="4472090"/>
            <a:ext cx="8995119" cy="507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B731C4-21F0-4434-BB6D-749B0A513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294" y="4980079"/>
            <a:ext cx="9767121" cy="85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44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7388C0-EC40-406B-8699-2C3AED717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92" y="523460"/>
            <a:ext cx="9028251" cy="5478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2D3E14-9F62-4740-8025-C1E3EAF37E4B}"/>
              </a:ext>
            </a:extLst>
          </p:cNvPr>
          <p:cNvSpPr txBox="1"/>
          <p:nvPr/>
        </p:nvSpPr>
        <p:spPr>
          <a:xfrm>
            <a:off x="1868557" y="1992345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Methods: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0B766-2B1A-4951-9F59-6B731AB067EE}"/>
              </a:ext>
            </a:extLst>
          </p:cNvPr>
          <p:cNvSpPr txBox="1"/>
          <p:nvPr/>
        </p:nvSpPr>
        <p:spPr>
          <a:xfrm>
            <a:off x="1457739" y="1205948"/>
            <a:ext cx="7045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Increment- used to increase the content of </a:t>
            </a:r>
            <a:r>
              <a:rPr lang="en-IN" dirty="0" err="1"/>
              <a:t>spinbox</a:t>
            </a:r>
            <a:r>
              <a:rPr lang="en-IN" dirty="0"/>
              <a:t> by the specified value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0ED4EA-4B5C-4C2F-B23C-58E0BBA65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92" y="2735672"/>
            <a:ext cx="8802965" cy="553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52BB73-6F71-4BA0-80C1-CABBDF8C7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191" y="3348415"/>
            <a:ext cx="9605793" cy="5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5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A8E5-BDD7-4589-8CB8-0E83DB3E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Messagebox</a:t>
            </a:r>
            <a:r>
              <a:rPr lang="en-IN" dirty="0"/>
              <a:t>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DB21-0B81-483A-AB79-53C13FD2F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messagebox</a:t>
            </a:r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module is used to display the message boxes in the python applications. There are the various functions which are used to display the relevant messages depending upon the application requirements.</a:t>
            </a:r>
          </a:p>
          <a:p>
            <a:r>
              <a:rPr lang="en-IN" dirty="0">
                <a:solidFill>
                  <a:srgbClr val="000000"/>
                </a:solidFill>
                <a:latin typeface="verdana" panose="020B0604030504040204" pitchFamily="34" charset="0"/>
              </a:rPr>
              <a:t>Syntax:-</a:t>
            </a:r>
          </a:p>
          <a:p>
            <a:r>
              <a:rPr lang="en-IN" b="0" i="0" dirty="0" err="1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messagebox.function_name</a:t>
            </a:r>
            <a:r>
              <a:rPr lang="en-IN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(title, message)  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4F10E-4322-42E8-848E-55DCA3CF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4649857"/>
            <a:ext cx="7018120" cy="140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0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4B39E-E4DA-4CD1-B2FF-F955008C0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018" y="531122"/>
            <a:ext cx="7897260" cy="333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536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DC6A-2355-457D-BC93-8413E017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Combobox</a:t>
            </a:r>
            <a:r>
              <a:rPr lang="en-IN" dirty="0"/>
              <a:t>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F429-4EB6-4991-BE00-7B90086E6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Combobox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is a combination of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Listbox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and an entry field. It is one of the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Tkinter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widgets where it contains a down arrow to select from a list of options.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It helps the users to select according to the list of options displayed. When the user clicks on the drop-down arrow on the entry field, a pop up of the scrolled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Listbox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is displayed down the entry field.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The selected option will be displayed in the entry field only when an option from the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urw-din"/>
              </a:rPr>
              <a:t>Listbox</a:t>
            </a:r>
            <a:r>
              <a:rPr lang="en-US" b="0" i="0" dirty="0">
                <a:solidFill>
                  <a:srgbClr val="273239"/>
                </a:solidFill>
                <a:effectLst/>
                <a:latin typeface="urw-din"/>
              </a:rPr>
              <a:t> is selected.</a:t>
            </a:r>
          </a:p>
          <a:p>
            <a:r>
              <a:rPr lang="en-US" dirty="0">
                <a:solidFill>
                  <a:srgbClr val="273239"/>
                </a:solidFill>
                <a:latin typeface="urw-din"/>
              </a:rPr>
              <a:t>Syntax: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EDE3C-133E-9D65-32DA-2CEF132AC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715" y="5509259"/>
            <a:ext cx="5703809" cy="37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8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3A604-C651-9B1F-A9D5-9F6334288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8643" y="415533"/>
            <a:ext cx="9603275" cy="1352756"/>
          </a:xfrm>
        </p:spPr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To get the currently selected value, you can use the variable defined in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-apple-system"/>
              </a:rPr>
              <a:t>combobox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 using get method.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 Alternatively, you can use the get() method of the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-apple-system"/>
              </a:rPr>
              <a:t>combobox</a:t>
            </a:r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 object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168581-72AC-C5E0-DA56-00E9BEEB8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80" y="2123787"/>
            <a:ext cx="7795114" cy="24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88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61B7-5FEF-44BB-98B4-B873E292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drawing on 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F392-B81F-4D94-8E05-2DCBB34F7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Canvas is a rectangular area intended for drawing pictures or other complex layouts. You can place graphics, text, widgets or frames on a Canvas.</a:t>
            </a:r>
          </a:p>
          <a:p>
            <a:r>
              <a:rPr lang="en-IN" dirty="0"/>
              <a:t>Syntax</a:t>
            </a:r>
          </a:p>
          <a:p>
            <a:pPr marL="0" indent="0">
              <a:buNone/>
            </a:pPr>
            <a:r>
              <a:rPr lang="en-IN" dirty="0"/>
              <a:t>w = Canvas ( master, option=value, ... 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master</a:t>
            </a:r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This represents the parent window.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options</a:t>
            </a:r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Here is the list of most commonly used options for this widget. These options can be used as key-value pairs separated by commas.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336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F74AB01-9127-4157-8A35-CEF37571C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197" y="0"/>
            <a:ext cx="7848871" cy="669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87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04B1-B4F9-4C8D-94E3-96B07589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color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8F93D-CEC0-4445-872A-57E72242C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73" y="309494"/>
            <a:ext cx="9256727" cy="605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73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F6CDE2-6D83-4139-A634-266E02B15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19" y="76894"/>
            <a:ext cx="11623010" cy="670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20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049EC-1F44-402E-A44C-3DDE62034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23" y="939661"/>
            <a:ext cx="6598134" cy="333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82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B2B78-2C2B-49D6-B4F1-A0AD20DC2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147" y="460099"/>
            <a:ext cx="4510641" cy="490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0856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835</TotalTime>
  <Words>697</Words>
  <Application>Microsoft Office PowerPoint</Application>
  <PresentationFormat>Widescreen</PresentationFormat>
  <Paragraphs>60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-apple-system</vt:lpstr>
      <vt:lpstr>Arial</vt:lpstr>
      <vt:lpstr>Gill Sans MT</vt:lpstr>
      <vt:lpstr>urw-din</vt:lpstr>
      <vt:lpstr>Verdana</vt:lpstr>
      <vt:lpstr>Gallery</vt:lpstr>
      <vt:lpstr>GUI Programming in python</vt:lpstr>
      <vt:lpstr>Checkbutton widget</vt:lpstr>
      <vt:lpstr>PowerPoint Presentation</vt:lpstr>
      <vt:lpstr>PowerPoint Presentation</vt:lpstr>
      <vt:lpstr>Radiobutton widget</vt:lpstr>
      <vt:lpstr>PowerPoint Presentation</vt:lpstr>
      <vt:lpstr>PowerPoint Presentation</vt:lpstr>
      <vt:lpstr>example</vt:lpstr>
      <vt:lpstr>Listbox widget</vt:lpstr>
      <vt:lpstr>PowerPoint Presentation</vt:lpstr>
      <vt:lpstr>PowerPoint Presentation</vt:lpstr>
      <vt:lpstr>Spinbox widget</vt:lpstr>
      <vt:lpstr>PowerPoint Presentation</vt:lpstr>
      <vt:lpstr>PowerPoint Presentation</vt:lpstr>
      <vt:lpstr>Messagebox widget</vt:lpstr>
      <vt:lpstr>PowerPoint Presentation</vt:lpstr>
      <vt:lpstr>Combobox widget</vt:lpstr>
      <vt:lpstr>PowerPoint Presentation</vt:lpstr>
      <vt:lpstr>drawing on canvas</vt:lpstr>
      <vt:lpstr>PowerPoint Presentation</vt:lpstr>
      <vt:lpstr>color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Programming in python</dc:title>
  <dc:creator>Prathamesh Bagwe</dc:creator>
  <cp:lastModifiedBy>VISHAKHA BAGWE</cp:lastModifiedBy>
  <cp:revision>36</cp:revision>
  <dcterms:created xsi:type="dcterms:W3CDTF">2021-01-28T12:59:40Z</dcterms:created>
  <dcterms:modified xsi:type="dcterms:W3CDTF">2023-01-09T04:37:19Z</dcterms:modified>
</cp:coreProperties>
</file>