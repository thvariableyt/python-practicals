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3" r:id="rId14"/>
    <p:sldId id="274" r:id="rId15"/>
    <p:sldId id="275" r:id="rId16"/>
    <p:sldId id="268" r:id="rId17"/>
    <p:sldId id="269" r:id="rId18"/>
    <p:sldId id="272" r:id="rId19"/>
    <p:sldId id="270" r:id="rId20"/>
    <p:sldId id="271" r:id="rId21"/>
    <p:sldId id="276" r:id="rId22"/>
    <p:sldId id="277" r:id="rId23"/>
    <p:sldId id="278" r:id="rId24"/>
    <p:sldId id="289" r:id="rId25"/>
    <p:sldId id="279" r:id="rId26"/>
    <p:sldId id="280" r:id="rId27"/>
    <p:sldId id="281" r:id="rId28"/>
    <p:sldId id="282" r:id="rId29"/>
    <p:sldId id="283" r:id="rId30"/>
    <p:sldId id="284" r:id="rId31"/>
    <p:sldId id="285" r:id="rId32"/>
    <p:sldId id="286" r:id="rId33"/>
    <p:sldId id="287" r:id="rId34"/>
    <p:sldId id="288"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99"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2:37.572"/>
    </inkml:context>
    <inkml:brush xml:id="br0">
      <inkml:brushProperty name="width" value="0.05" units="cm"/>
      <inkml:brushProperty name="height" value="0.05" units="cm"/>
      <inkml:brushProperty name="color" value="#E71224"/>
    </inkml:brush>
  </inkml:definitions>
  <inkml:trace contextRef="#ctx0" brushRef="#br0">1 161 24575,'4'0'0,"0"0"0,0 1 0,1-1 0,-1 1 0,0 0 0,0 1 0,0-1 0,0 1 0,-1 0 0,1-1 0,0 2 0,-1-1 0,7 5 0,5 3 0,3 1 0,-10-7 0,-1 1 0,0-1 0,0 1 0,-1 0 0,1 0 0,-1 1 0,0 0 0,8 11 0,13 25 0,78 134 0,-102-169 0,1 0 0,-1-1 0,1 1 0,0-1 0,1 0 0,0 0 0,0 0 0,0-1 0,1 1 0,10 7 0,-15-12 0,0-1 0,0 0 0,0 1 0,0-1 0,0 0 0,0 0 0,0 1 0,0-1 0,0 0 0,0 0 0,-1 0 0,1 0 0,0 0 0,0-1 0,0 1 0,0 0 0,0 0 0,0-1 0,0 1 0,0 0 0,0-1 0,-1 1 0,1-1 0,0 1 0,1-1 0,19-19 0,-13 12 0,28-29 0,-2-1 0,31-44 0,-40 50 0,2 2 0,57-51 0,71-41 0,-105 91 0,-34 21 0,1 0 0,15-14 0,-6 4-1365,-13 12-5461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2:38.860"/>
    </inkml:context>
    <inkml:brush xml:id="br0">
      <inkml:brushProperty name="width" value="0.05" units="cm"/>
      <inkml:brushProperty name="height" value="0.05" units="cm"/>
      <inkml:brushProperty name="color" value="#E71224"/>
    </inkml:brush>
  </inkml:definitions>
  <inkml:trace contextRef="#ctx0" brushRef="#br0">1 479 24575,'5'1'0,"1"0"0,0 0 0,0 0 0,0 0 0,-1 1 0,1 0 0,0 0 0,7 5 0,4 2 0,20 16 0,-32-22 0,0 2 0,-1-1 0,1 0 0,-1 1 0,0 0 0,0 0 0,0 0 0,5 11 0,-1 1 0,9 29 0,-16-45 0,1 5 0,2 1 0,-1-1 0,1 0 0,0 0 0,8 10 0,11 15 0,-20-25 0,-1-2 0,0 0 0,0 0 0,1-1 0,-1 1 0,5 4 0,-6-7 0,-1-1 0,1 1 0,-1-1 0,1 0 0,-1 1 0,1-1 0,-1 0 0,1 1 0,0-1 0,-1 0 0,1 0 0,0 0 0,-1 1 0,1-1 0,-1 0 0,1 0 0,0 0 0,0 0 0,-1 0 0,1 0 0,0 0 0,-1 0 0,1-1 0,-1 1 0,1 0 0,0 0 0,-1 0 0,1-1 0,0 1 0,-1 0 0,1-1 0,-1 1 0,1-1 0,-1 1 0,1 0 0,-1-1 0,1 1 0,-1-1 0,1 1 0,-1-1 0,1-1 0,14-19 0,0-1 0,-2 0 0,-1-1 0,14-33 0,-15 28 0,2 1 0,1 1 0,19-27 0,-26 43 0,113-162 0,-106 151 0,0 0 0,26-28 0,-7 14 0,31-32 0,14-23-1365,-69 79-5461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2:41.311"/>
    </inkml:context>
    <inkml:brush xml:id="br0">
      <inkml:brushProperty name="width" value="0.05" units="cm"/>
      <inkml:brushProperty name="height" value="0.05" units="cm"/>
      <inkml:brushProperty name="color" value="#E71224"/>
    </inkml:brush>
  </inkml:definitions>
  <inkml:trace contextRef="#ctx0" brushRef="#br0">0 363 24575,'5'1'0,"0"-1"0,-1 0 0,1 1 0,-1 0 0,1 0 0,-1 0 0,1 1 0,-1 0 0,0-1 0,1 2 0,-1-1 0,0 0 0,0 1 0,4 3 0,2 1 0,25 14 0,-26-17 0,-1 1 0,1 1 0,-1-1 0,0 1 0,0 0 0,-1 1 0,0 0 0,7 8 0,-9-8 0,-1-1 0,-1 1 0,1-1 0,-1 1 0,0 0 0,0 0 0,-1 1 0,2 9 0,-4-16 0,1 0 0,-1 0 0,0 0 0,0 0 0,0 0 0,1 0 0,-1 0 0,0-1 0,1 1 0,-1 0 0,1 0 0,-1 0 0,1-1 0,0 1 0,-1 0 0,2 0 0,-2-1 0,1 0 0,-1 1 0,0-1 0,1 0 0,-1 0 0,1 0 0,-1 0 0,0 0 0,1 0 0,-1 0 0,1 0 0,-1 0 0,0-1 0,1 1 0,-1 0 0,1 0 0,-1 0 0,0 0 0,1 0 0,-1-1 0,0 1 0,1 0 0,-1 0 0,0-1 0,1 1 0,3-4 0,-1 0 0,0 0 0,0-1 0,5-7 0,23-41 0,92-145 0,-96 159 0,2 2 0,64-66 0,-72 84-103,3-3-528,27-32 0,-44 45-6195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2:41.670"/>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2:49.485"/>
    </inkml:context>
    <inkml:brush xml:id="br0">
      <inkml:brushProperty name="width" value="0.05" units="cm"/>
      <inkml:brushProperty name="height" value="0.05" units="cm"/>
      <inkml:brushProperty name="color" value="#E71224"/>
    </inkml:brush>
  </inkml:definitions>
  <inkml:trace contextRef="#ctx0" brushRef="#br0">1 63 24575,'462'0'0,"-441"-1"0,1-1 0,-1-1 0,33-10 0,-32 8 0,0 0 0,0 1 0,25-1 0,298 5 0,-150 2 0,-108-3 0,102 2 0,-96 8 0,15 0 0,141-8 0,-116-2 0,-114 2 0,0 1 0,20 4 0,-18-2 0,30 2 0,0-6 0,-30-1 0,0 1 0,0 1 0,33 6 0,-27-2 0,-1-1 0,40 1 0,54-5 0,-41-2 0,145 2 0,-210 0 0,0-1 0,0-1 0,-1 0 0,1-1 0,-1-1 0,17-6 0,-3-3 0,-20 10 0,0-1 0,-1 1 0,1 1 0,0-1 0,0 1 0,1 0 0,10-1 0,141 2 0,-76 3 0,-79-2-55,4 0-54,-1 1 0,1-2 0,-1 1-1,0-1 1,1 0 0,-1 0 0,0-1 0,0 0-1,0 0 1,0-1 0,10-4 0,-5-1-6717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2:49.842"/>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4:58.931"/>
    </inkml:context>
    <inkml:brush xml:id="br0">
      <inkml:brushProperty name="width" value="0.05" units="cm"/>
      <inkml:brushProperty name="height" value="0.05" units="cm"/>
      <inkml:brushProperty name="color" value="#E71224"/>
    </inkml:brush>
  </inkml:definitions>
  <inkml:trace contextRef="#ctx0" brushRef="#br0">0 0 24575,'1'1'0,"-1"1"0,0-1 0,1 0 0,-1 0 0,1 0 0,-1 0 0,1 0 0,-1 0 0,1 0 0,0-1 0,0 1 0,-1 0 0,1 0 0,0 0 0,0-1 0,0 1 0,0 0 0,0-1 0,0 1 0,0-1 0,0 1 0,1 0 0,25 8 0,-27-9 0,38 9 0,-1-2 0,77 5 0,79-11 0,-113-2 0,37 1 0,189 0 0,-37 28-234,-26-1-141,-73-23 375,34 1 0,409 6 130,-475-11 349,-102 1-479,37 7 0,29 1 0,524-8 0,-300-2 0,611 1-9,-913-1 14,45-8-1,-26 2-4,125-23 0,-72 10 0,-51 15 0,0 1 0,82 5 0,15-1 0,-114-4 0,1 0 0,-2-2 0,32-10 0,-23 6 0,-13 5 10,-1 0-1,0 2 0,25 0 1,70 3-190,-50 1-1043,-51-1-5603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6:36.950"/>
    </inkml:context>
    <inkml:brush xml:id="br0">
      <inkml:brushProperty name="width" value="0.05" units="cm"/>
      <inkml:brushProperty name="height" value="0.05" units="cm"/>
      <inkml:brushProperty name="color" value="#E71224"/>
    </inkml:brush>
  </inkml:definitions>
  <inkml:trace contextRef="#ctx0" brushRef="#br0">485 77 24575,'-8'0'0,"-83"-4"0,79 3 0,1-1 0,0 0 0,-1-1 0,1-1 0,-21-9 0,23 8 0,-1 1 0,-1 0 0,1 0 0,-1 1 0,1 0 0,-1 1 0,0 1 0,0-1 0,0 2 0,0-1 0,0 1 0,0 1 0,0 0 0,0 1 0,-15 4 0,23-5 0,1 0 0,-1 1 0,0-1 0,0 1 0,1 0 0,-1 0 0,1 0 0,-1 0 0,1 0 0,0 1 0,0-1 0,0 1 0,0-1 0,0 1 0,1 0 0,-1-1 0,1 1 0,0 0 0,0 0 0,-1 3 0,-2 9 0,1-1 0,1 0 0,-1 19 0,-1 5 0,-8 21 0,5-28 0,-4 36 0,2 7 0,-2 13 0,10-73 0,1 0 0,1 0 0,0 0 0,4 18 0,-2-15 0,2 0 0,10 26 0,-13-37 0,1 0 0,0 0 0,1 0 0,-1 0 0,1-1 0,0 1 0,1-1 0,-1 0 0,11 8 0,-2-3 0,18 21 0,-21-20 0,1-1 0,14 11 0,-22-19 0,1 1 0,-1-1 0,0 1 0,0 0 0,0 0 0,0 0 0,0 0 0,-1 1 0,1-1 0,-1 1 0,3 6 0,-3-7 0,-1-1 0,1 1 0,0 0 0,0-1 0,0 1 0,0-1 0,0 0 0,0 0 0,1 0 0,3 3 0,31 16 0,-22-14 0,75 38 0,-76-40 0,-1 0 0,1-1 0,0 0 0,28 3 0,99 9 0,83 5 0,270-20 0,-240-2 0,-185 2 0,76-3 0,-125 0 0,0-1 0,0-1 0,-1-1 0,1 0 0,25-12 0,-34 10 0,0 1 0,-1-2 0,0 0 0,0 0 0,-1 0 0,0-1 0,11-14 0,17-17 0,-34 37 0,-1 0 0,1-1 0,0 0 0,-1 1 0,0-1 0,0 0 0,0 0 0,0 0 0,-1 0 0,1-1 0,-1 1 0,0 0 0,0-1 0,0-4 0,0-9 0,-1-1 0,-2-21 0,0 6 0,2 18 0,-1-1 0,-2 1 0,1-1 0,-2 1 0,0 0 0,-1 0 0,-11-24 0,10 29 0,-1 1 0,1 0 0,-16-15 0,2 0 0,11 15 0,0 0 0,-16-14 0,-12-11 0,31 28 0,-1 1 0,0 0 0,0 1 0,-1-1 0,0 1 0,-8-4 0,-17-11 0,-58-40 0,18 5 0,36 27 0,23 17 0,-26-15 0,-6-1 0,-22-12 0,60 35 0,0 1 0,-1 0 0,0 0 0,0 1 0,1 0 0,-15-1 0,-7-1 0,-45-10 0,49 8 0,0 1 0,-41-2 0,47 6 0,-35-8 0,34 5 0,-33-1 0,35 4 0,-148 3 0,149 0 0,0 2 0,-21 6 0,-18 3 0,-19 3 0,-103 36 0,59-19 0,93-24-1365,16-5-5461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1:57.906"/>
    </inkml:context>
    <inkml:brush xml:id="br0">
      <inkml:brushProperty name="width" value="0.05" units="cm"/>
      <inkml:brushProperty name="height" value="0.05" units="cm"/>
      <inkml:brushProperty name="color" value="#E71224"/>
    </inkml:brush>
  </inkml:definitions>
  <inkml:trace contextRef="#ctx0" brushRef="#br0">0 319 24575,'0'1'0,"1"-1"0,-1 1 0,0 0 0,0-1 0,0 1 0,1-1 0,-1 1 0,0-1 0,0 1 0,1-1 0,-1 1 0,0-1 0,1 0 0,-1 1 0,1-1 0,-1 1 0,1-1 0,-1 0 0,1 1 0,-1-1 0,1 0 0,0 1 0,16 5 0,-9-3 0,-5-1 0,1-1 0,-1 1 0,0 0 0,0 1 0,0-1 0,0 0 0,0 1 0,-1-1 0,1 1 0,-1 0 0,0 0 0,0 0 0,2 4 0,1 3 0,0 1 0,6 21 0,-8-22 0,0 1 0,2 0 0,7 15 0,61 78 0,-21-33 0,-17-18 0,65 87 0,-99-139 0,0 0 0,0 0 0,0 0 0,0 1 0,0-1 0,1 0 0,-1 0 0,0-1 0,0 1 0,1 0 0,-1 0 0,0-1 0,1 1 0,-1 0 0,1-1 0,-1 0 0,1 1 0,-1-1 0,1 0 0,-1 0 0,1 1 0,0-1 0,-1-1 0,1 1 0,1 0 0,1-2 0,0 1 0,0-1 0,0 0 0,0 0 0,-1-1 0,1 1 0,-1-1 0,4-3 0,22-21 0,-1-2 0,25-33 0,-24 26 0,38-34 0,32-18 0,60-58 0,-128 115 0,1 0 0,1 3 0,53-36 0,72-29 0,-110 59 0,-32 22 0,21-13 0,51-20 0,-65 33 0,-17 10-227,0-1-1,0 1 1,1 0-1,-1 0 1,11 0-1,-3 0-6598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1:59.498"/>
    </inkml:context>
    <inkml:brush xml:id="br0">
      <inkml:brushProperty name="width" value="0.05" units="cm"/>
      <inkml:brushProperty name="height" value="0.05" units="cm"/>
      <inkml:brushProperty name="color" value="#E71224"/>
    </inkml:brush>
  </inkml:definitions>
  <inkml:trace contextRef="#ctx0" brushRef="#br0">1 542 24575,'7'0'0,"1"1"0,0 0 0,-1 0 0,1 1 0,-1 0 0,1 0 0,-1 1 0,0 0 0,0 0 0,0 1 0,0-1 0,8 8 0,9 3 0,-18-12 0,-1 1 0,0 0 0,0 0 0,0 0 0,0 1 0,-1 0 0,0 0 0,1 0 0,-1 0 0,4 7 0,9 18 0,-2 0 0,13 35 0,-14-26 0,-9-25 0,0 1 0,0-1 0,2 0 0,-1 0 0,15 19 0,-7-14 0,-11-13 0,0 0 0,1 0 0,0-1 0,0 1 0,0-1 0,0 0 0,6 4 0,-9-8 0,0 1 0,0-1 0,0 0 0,0 1 0,0-1 0,0 0 0,0 1 0,0-1 0,0 0 0,0 0 0,0 0 0,0 0 0,0 0 0,0 0 0,0 0 0,0-1 0,-1 1 0,1 0 0,0 0 0,0-1 0,0 1 0,0 0 0,0-1 0,0 1 0,0-1 0,-1 0 0,1 1 0,1-2 0,3-2 0,-1 0 0,0-1 0,6-8 0,-5 6 0,147-196 0,-89 107 0,-27 40 0,66-108 0,30-46 0,-76 135 0,4-3 0,-58 75-114,0 0 1,1 0-1,-1 1 0,1-1 0,-1 1 1,1 0-1,0 0 0,0 0 0,0 0 1,0 0-1,4-1 0,6-2-6712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5:43.128"/>
    </inkml:context>
    <inkml:brush xml:id="br0">
      <inkml:brushProperty name="width" value="0.05" units="cm"/>
      <inkml:brushProperty name="height" value="0.05" units="cm"/>
      <inkml:brushProperty name="color" value="#E71224"/>
    </inkml:brush>
  </inkml:definitions>
  <inkml:trace contextRef="#ctx0" brushRef="#br0">1 1 24575,'32'1'0,"-1"1"0,1 2 0,38 10 0,92 32 0,19 4 0,-65-21 0,-61-14 0,81 12 0,-92-22 0,13 2 0,58 0 0,639-8 7,-446 1-1379,-292 0-5454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5:43.467"/>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6:01.780"/>
    </inkml:context>
    <inkml:brush xml:id="br0">
      <inkml:brushProperty name="width" value="0.05" units="cm"/>
      <inkml:brushProperty name="height" value="0.05" units="cm"/>
      <inkml:brushProperty name="color" value="#E71224"/>
    </inkml:brush>
  </inkml:definitions>
  <inkml:trace contextRef="#ctx0" brushRef="#br0">1 0 24575,'9'11'0,"-7"-9"0,-1 0 0,1 0 0,0 0 0,0-1 0,0 1 0,0 0 0,0-1 0,0 0 0,0 1 0,0-1 0,1 0 0,3 1 0,6 1 0,0 0 0,18 1 0,6 1 0,25 7 0,113 27 0,-107-22 0,107 13 0,-111-20 0,4-3 0,94-2 0,-48-3 0,-93 0 0,23 5 0,-23-3 0,25 1 0,-39-5 0,0 0 0,1 0 0,-1-1 0,0 0 0,0 0 0,0 0 0,1-1 0,6-3 0,39-18 0,-23 9 0,1 2 0,0 0 0,48-10 0,-42 15 0,0 2 0,49-2 0,946 7-2295,-478 1 2216,508-1 2453,-1036 1-2374,0 1 0,0 1 0,27 6 0,69 25 0,-49-12 0,-28-12 0,-1-3 0,54 4 0,15 1 0,5 6 0,122 4 0,-140-21 0,96 5 0,589 6-588,-517-14 475,699 2 102,-954-1 218,0 0 0,0-1 0,13-3 0,14-2-1688,-25 5-5345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6:02.124"/>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6:55.308"/>
    </inkml:context>
    <inkml:brush xml:id="br0">
      <inkml:brushProperty name="width" value="0.05" units="cm"/>
      <inkml:brushProperty name="height" value="0.05" units="cm"/>
      <inkml:brushProperty name="color" value="#E71224"/>
    </inkml:brush>
  </inkml:definitions>
  <inkml:trace contextRef="#ctx0" brushRef="#br0">0 39 24575,'59'0'0,"112"-15"0,-84 3 0,97 0 0,89 12 0,-130 2 0,510-2-1365,-637 0-5461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6:55.654"/>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7:36.373"/>
    </inkml:context>
    <inkml:brush xml:id="br0">
      <inkml:brushProperty name="width" value="0.05" units="cm"/>
      <inkml:brushProperty name="height" value="0.05" units="cm"/>
      <inkml:brushProperty name="color" value="#E71224"/>
    </inkml:brush>
  </inkml:definitions>
  <inkml:trace contextRef="#ctx0" brushRef="#br0">1 84 24575,'-1'-1'0,"1"0"0,0 0 0,0 0 0,0 0 0,0 0 0,1 0 0,-1 0 0,0 0 0,0 0 0,0 0 0,1 0 0,-1 0 0,1 0 0,-1 0 0,1 0 0,0-1 0,0 2 0,0-1 0,0 1 0,0-1 0,0 1 0,1-1 0,-1 1 0,0 0 0,0-1 0,0 1 0,1 0 0,-1 0 0,0 0 0,2 0 0,237 1 0,-89 0 0,-92 0 0,67-3 0,-116 1 0,-1-1 0,1-1 0,-1 0 0,0 0 0,0-1 0,17-9 0,-13 6 0,22-8 0,-20 9-1365,-4 1-5461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8:24.750"/>
    </inkml:context>
    <inkml:brush xml:id="br0">
      <inkml:brushProperty name="width" value="0.05" units="cm"/>
      <inkml:brushProperty name="height" value="0.05" units="cm"/>
      <inkml:brushProperty name="color" value="#E71224"/>
    </inkml:brush>
  </inkml:definitions>
  <inkml:trace contextRef="#ctx0" brushRef="#br0">0 1 24575,'2141'0'0,"-2100"2"0,0 1 0,62 13 0,85 6 0,-119-16 0,290 1 0,-225-8 0,8 0 0,167 3 0,-127 15 0,-23-1 0,407-10 0,-326-8 0,-185 2-1365,-40 0-5461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0:59.117"/>
    </inkml:context>
    <inkml:brush xml:id="br0">
      <inkml:brushProperty name="width" value="0.05" units="cm"/>
      <inkml:brushProperty name="height" value="0.05" units="cm"/>
      <inkml:brushProperty name="color" value="#E71224"/>
    </inkml:brush>
  </inkml:definitions>
  <inkml:trace contextRef="#ctx0" brushRef="#br0">0 0 24575,'37'29'0,"-24"-13"0,-1 1 0,-1 0 0,13 27 0,9 15 0,71 82 0,-40-56 0,-53-69 0,-5-10 0,-1 0 0,0 1 0,-1 0 0,0 0 0,0 0 0,0 0 0,-1 1 0,0-1 0,-1 1 0,3 8 0,17 103 0,-13-74 0,-8-42 0,1 6 0,0 1 0,-1 0 0,0 0 0,0 15 0,-1-23 0,0 0 0,-1 0 0,1 0 0,0 0 0,-1 0 0,1 0 0,-1 0 0,1-1 0,-1 1 0,0 0 0,0 0 0,0-1 0,0 1 0,0 0 0,0-1 0,-1 1 0,1-1 0,0 0 0,-1 1 0,1-1 0,-1 0 0,1 0 0,-1 0 0,0 0 0,1 0 0,-1 0 0,0 0 0,0-1 0,0 1 0,-2 0 0,-7 0 0,0 1 0,0-1 0,0-1 0,-1 0 0,1-1 0,0 0 0,0-1 0,-13-3 0,21 4 0,0 0 0,0-1 0,0 1 0,1-1 0,-1 0 0,0 1 0,0-1 0,1-1 0,-1 1 0,1 0 0,0 0 0,0-1 0,0 0 0,-2-2 0,1 0 0,0 0 0,1 0 0,0 0 0,0-1 0,0 1 0,1-1 0,-1-8 0,0-1 0,2 1 0,0 0 0,0 0 0,2 0 0,4-24 0,2 6 0,1 1 0,2 0 0,0 1 0,20-35 0,-17 37 0,2 0 0,0 1 0,2 1 0,40-45 0,-46 57 26,0 0 0,-1-1 0,-1 0 0,13-25 0,-11 17-774,19-25 1,-21 35-6079</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0:59.864"/>
    </inkml:context>
    <inkml:brush xml:id="br0">
      <inkml:brushProperty name="width" value="0.05" units="cm"/>
      <inkml:brushProperty name="height" value="0.05" units="cm"/>
      <inkml:brushProperty name="color" value="#E71224"/>
    </inkml:brush>
  </inkml:definitions>
  <inkml:trace contextRef="#ctx0" brushRef="#br0">0 1 24575,'15'6'0,"-4"-1"0,8-1 0,0-1 0,1-1 0,0-1 0,-1 0 0,21-3 0,1 1 0,242 0-1365,-267 1-5461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1:00.471"/>
    </inkml:context>
    <inkml:brush xml:id="br0">
      <inkml:brushProperty name="width" value="0.05" units="cm"/>
      <inkml:brushProperty name="height" value="0.05" units="cm"/>
      <inkml:brushProperty name="color" value="#E71224"/>
    </inkml:brush>
  </inkml:definitions>
  <inkml:trace contextRef="#ctx0" brushRef="#br0">1 0 24575,'0'289'0,"1"-272"20,1-1-1,0 0 0,1 1 0,8 21 1,3 18-1482,-11-40-5364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1:01.748"/>
    </inkml:context>
    <inkml:brush xml:id="br0">
      <inkml:brushProperty name="width" value="0.05" units="cm"/>
      <inkml:brushProperty name="height" value="0.05" units="cm"/>
      <inkml:brushProperty name="color" value="#E71224"/>
    </inkml:brush>
  </inkml:definitions>
  <inkml:trace contextRef="#ctx0" brushRef="#br0">0 213 24575,'2'1'0,"0"-1"0,1 0 0,-1 1 0,0 0 0,0-1 0,0 1 0,0 0 0,0 0 0,-1 0 0,1 0 0,0 0 0,0 0 0,-1 1 0,1-1 0,0 1 0,-1-1 0,0 1 0,1 0 0,1 2 0,2 4 0,0 0 0,8 18 0,-10-18 0,0 1 0,0-1 0,-1 1 0,0 0 0,0 0 0,0 13 0,-3 57 0,0-44 0,-1 16 0,1-16 0,1-1 0,5 50 0,-3-73 0,1 0 0,6 19 0,-7-26 0,-1-1 0,0 0 0,1 1 0,0-1 0,0 0 0,0 0 0,0 0 0,0 0 0,1 0 0,-1 0 0,1-1 0,3 3 0,-5-4 0,0-1 0,0 1 0,1-1 0,-1 1 0,0-1 0,0 0 0,0 0 0,0 0 0,1 1 0,-1-1 0,0 0 0,0-1 0,0 1 0,1 0 0,-1 0 0,0 0 0,0-1 0,0 1 0,0 0 0,0-1 0,1 0 0,-1 1 0,0-1 0,0 1 0,1-2 0,3-3 0,1 1 0,-2-1 0,8-8 0,-4 3 0,18-14 0,31-22 0,-34 28 0,0-1 0,27-30 0,-39 34 0,-1 0 0,0-1 0,-1 1 0,8-24 0,-5 15 0,15-47 0,-27 70 0,0 1 0,0-1 0,0 1 0,0 0 0,0-1 0,0 1 0,1-1 0,-1 1 0,0-1 0,0 1 0,1 0 0,-1-1 0,0 1 0,0 0 0,1-1 0,-1 1 0,0 0 0,1-1 0,-1 1 0,0 0 0,1 0 0,-1-1 0,1 1 0,-1 0 0,0 0 0,1 0 0,-1 0 0,1-1 0,-1 1 0,1 0 0,-1 0 0,1 0 0,-1 0 0,0 0 0,1 0 0,-1 0 0,1 0 0,-1 0 0,1 1 0,-1-1 0,1 0 0,-1 0 0,0 0 0,1 0 0,-1 1 0,1-1 0,-1 0 0,0 0 0,1 1 0,-1-1 0,0 0 0,1 1 0,-1-1 0,0 0 0,0 1 0,1-1 0,-1 1 0,3 3 0,0 1 0,0-1 0,4 10 0,-5-11 0,8 21 0,0 0 0,-2 0 0,-1 1 0,6 31 0,-7-17 0,-1 1 0,-2 41 0,-3-73 0,1 0 0,-1 0 0,1 0 0,1 0 0,0 0 0,0 0 0,0-1 0,7 14 0,-8-18 0,0-1 0,0 0 0,1 0 0,-1 0 0,1 0 0,0 0 0,-1 0 0,1-1 0,0 1 0,0 0 0,0-1 0,0 1 0,0-1 0,0 0 0,1 0 0,-1 0 0,0 0 0,0 0 0,1 0 0,-1-1 0,1 1 0,-1-1 0,1 0 0,-1 1 0,1-1 0,-1 0 0,1-1 0,-1 1 0,1 0 0,-1-1 0,1 1 0,1-2 0,1 1 0,0-1 0,0 0 0,-1-1 0,0 1 0,1-1 0,-1 0 0,0 0 0,0 0 0,0 0 0,-1-1 0,1 1 0,-1-1 0,0 0 0,0 0 0,0 0 0,4-8 0,1-6 0,0-1 0,11-36 0,-10 25 0,9-29 0,-2-1 0,-2-1 0,-3 0 0,-3 0 0,0-83 0,-7 98 0,-3-64 0,-5 79-1365,3 19-5461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1:02.492"/>
    </inkml:context>
    <inkml:brush xml:id="br0">
      <inkml:brushProperty name="width" value="0.05" units="cm"/>
      <inkml:brushProperty name="height" value="0.05" units="cm"/>
      <inkml:brushProperty name="color" value="#E71224"/>
    </inkml:brush>
  </inkml:definitions>
  <inkml:trace contextRef="#ctx0" brushRef="#br0">1 24 24575,'2'0'0,"1"-1"0,-1 1 0,1-1 0,-1 0 0,1 0 0,4-2 0,7-2 0,14 0 0,0 2 0,0 1 0,1 1 0,28 2 0,-7 1 0,107-2-1365,-142 0-5461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1:03.031"/>
    </inkml:context>
    <inkml:brush xml:id="br0">
      <inkml:brushProperty name="width" value="0.05" units="cm"/>
      <inkml:brushProperty name="height" value="0.05" units="cm"/>
      <inkml:brushProperty name="color" value="#E71224"/>
    </inkml:brush>
  </inkml:definitions>
  <inkml:trace contextRef="#ctx0" brushRef="#br0">1 1 24575,'-1'30'0,"2"1"0,1-1 0,11 50 0,-8-58 0,7 25 0,-2 0 0,4 55 0,-13-54-87,-1-30-126,1 1 0,0 0 0,1 0 0,2-1 0,9 35 0,-7-37-6613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7:01.984"/>
    </inkml:context>
    <inkml:brush xml:id="br0">
      <inkml:brushProperty name="width" value="0.05" units="cm"/>
      <inkml:brushProperty name="height" value="0.05" units="cm"/>
      <inkml:brushProperty name="color" value="#E71224"/>
    </inkml:brush>
  </inkml:definitions>
  <inkml:trace contextRef="#ctx0" brushRef="#br0">107 35 24575,'-8'0'0,"1"0"0,-1 0 0,0-1 0,1 0 0,-1 0 0,1-1 0,0 0 0,-1 0 0,1-1 0,0 1 0,0-2 0,-6-3 0,12 7 0,1-1 0,0 1 0,0 0 0,-1 0 0,1 0 0,0 0 0,0 0 0,0 0 0,-1 0 0,1-1 0,0 1 0,0 0 0,0 0 0,0 0 0,-1-1 0,1 1 0,0 0 0,0 0 0,0 0 0,0-1 0,0 1 0,0 0 0,0 0 0,-1-1 0,1 1 0,0 0 0,0 0 0,0-1 0,0 1 0,0 0 0,0 0 0,0 0 0,0-1 0,0 1 0,1 0 0,-1-1 0,0 1 0,0 0 0,1 0 0,-1 0 0,0-1 0,1 1 0,-1 0 0,0 0 0,1 0 0,-1 0 0,0 0 0,1 0 0,-1 0 0,1 0 0,-1 0 0,0 0 0,1 0 0,-1 0 0,0 0 0,1 0 0,-1 0 0,0 0 0,1 1 0,0-1 0,98 49 0,56-1 11,-109-37-72,-2 2 0,57 25 0,-1 12-731,-38-19 769,1-1 0,84 25 0,60-11-47,4-18-48,-62-8 79,2-5 750,-128-12-571,47 7 259,-38-3-394,33 0 0,-34-5-5,67-2 0,-92 1 0,1 0 0,-1-1 0,0 0 0,0 0 0,0 0 0,7-5 0,-6 4 0,0 0 0,0 0 0,0 0 0,10-2 0,5 3-55,0 0-1,35 3 0,-29 0-1142,-12-1-5628</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7:02.357"/>
    </inkml:context>
    <inkml:brush xml:id="br0">
      <inkml:brushProperty name="width" value="0.05" units="cm"/>
      <inkml:brushProperty name="height" value="0.05" units="cm"/>
      <inkml:brushProperty name="color" value="#E71224"/>
    </inkml:brush>
  </inkml:definitions>
  <inkml:trace contextRef="#ctx0" brushRef="#br0">0 0 24575,'3'0'0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7:16.066"/>
    </inkml:context>
    <inkml:brush xml:id="br0">
      <inkml:brushProperty name="width" value="0.05" units="cm"/>
      <inkml:brushProperty name="height" value="0.05" units="cm"/>
      <inkml:brushProperty name="color" value="#E71224"/>
    </inkml:brush>
  </inkml:definitions>
  <inkml:trace contextRef="#ctx0" brushRef="#br0">1105 59 24575,'-395'0'0,"380"0"0,1 2 0,0 0 0,0 0 0,0 1 0,1 1 0,-27 11 0,-77 44 0,71-33 0,7-8 0,0-2 0,-46 13 0,53-18 0,15-5 0,0 1 0,0 0 0,1 1 0,-22 16 0,16-11 0,16-10 0,0 0 0,1 1 0,-1 0 0,1 0 0,-9 9 0,5-4 0,1 1 0,-14 20 0,19-25 0,1 1 0,-1-1 0,1 1 0,0-1 0,0 1 0,1-1 0,0 1 0,-1 11 0,1-5 0,0 0 0,2 0 0,-1 0 0,2 0 0,-1 0 0,4 12 0,-3-18 0,1 1 0,-1-1 0,1 0 0,0 1 0,1-1 0,0 0 0,0-1 0,0 1 0,0-1 0,1 0 0,10 9 0,10 8 0,2 0 0,1-2 0,59 33 0,-75-46 0,0 1 0,-1 0 0,1 0 0,-2 1 0,0 1 0,15 16 0,2 7 0,-20-24 0,1 1 0,0-2 0,0 1 0,1-1 0,18 14 0,-13-14 0,0-1 0,29 11 0,-24-11 0,9 7 0,-23-11 0,1 0 0,-1 0 0,1-1 0,0 0 0,-1 0 0,1 0 0,7 1 0,6-2 0,29-1 0,-36-1 0,-1 1 0,1 0 0,-1 0 0,1 1 0,-1 1 0,0 0 0,0 1 0,13 4 0,-20-5 0,24 10 0,1 0 0,0-2 0,0 0 0,40 6 0,58 6 0,-60-9 0,77 4 0,2 3 0,-105-12 0,0-2 0,49 1 0,31-9 0,114 3 0,-205 2 0,50 12 0,-7 0 0,-26-11 0,92-3 0,-61-3 0,-64 2 0,1 0 0,0-1 0,-1-1 0,1 0 0,-1-1 0,0-1 0,1 0 0,-2-1 0,25-12 0,-18 6 0,-1-1 0,0-2 0,20-18 0,46-51 0,-82 79 0,0 1 0,-1-1 0,1 0 0,-1 1 0,0-1 0,0-1 0,0 1 0,-1 0 0,1 0 0,-1-1 0,0 1 0,0 0 0,0-6 0,0-8 0,-3-36 0,1 23 0,1 2 0,0 15 0,0 1 0,0 0 0,-4-18 0,3 27 0,0-1 0,0 1 0,-1 0 0,1 0 0,-1 0 0,0 1 0,0-1 0,-1 0 0,1 1 0,-1-1 0,1 1 0,-1 0 0,0 0 0,-6-4 0,-6-5 0,5 5 0,1 0 0,0-1 0,1 0 0,-12-13 0,-11-23 0,22 29 0,-1 1 0,0 1 0,-1 0 0,-17-15 0,-35-31 0,37 33 0,-43-33 0,50 43 0,14 12 0,0 0 0,0 0 0,0 0 0,-1 1 0,1-1 0,-11-3 0,7 3 0,1 0 0,-1 0 0,1-1 0,-12-10 0,-17-9 0,22 16 0,-1 0 0,0-1 0,0-1 0,-21-16 0,28 18 0,-1 1 0,-1 0 0,-13-6 0,12 7 0,0-1 0,-15-11 0,23 15 0,0 0 0,-1 0 0,1 1 0,-1-1 0,1 1 0,-1 0 0,0 1 0,0-1 0,-10-1 0,-2 1 0,-29 1 0,31 1 0,-1-1 0,-20-3 0,-65-19 0,77 19 0,1 0 0,-1 2 0,0 1 0,-42 3 0,10 0 0,41-3 0,1 1 0,-27-6 0,34 5 0,0-1 0,0 0 0,0-1 0,0 0 0,0 0 0,0 0 0,-8-6 0,10 5 0,-1 1 0,1 0 0,-1 1 0,0-1 0,1 1 0,-1 0 0,0 1 0,0-1 0,0 1 0,-7 0 0,-9 0 0,-34 2 0,21 0 0,-170 0-1365,189-1-5461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29:45.421"/>
    </inkml:context>
    <inkml:brush xml:id="br0">
      <inkml:brushProperty name="width" value="0.05" units="cm"/>
      <inkml:brushProperty name="height" value="0.05" units="cm"/>
      <inkml:brushProperty name="color" value="#E71224"/>
    </inkml:brush>
  </inkml:definitions>
  <inkml:trace contextRef="#ctx0" brushRef="#br0">1 95 24575,'1'1'0,"1"1"0,0-1 0,0 0 0,0 1 0,0-1 0,1 0 0,-1-1 0,0 1 0,0 0 0,5 0 0,26 3 0,-25-4 0,119 4 0,-86-5 0,1 2 0,74 12 0,-60-3 0,1-3 0,109 1 0,-148-8 0,1 2 0,0 0 0,-1 1 0,35 10 0,-28-8 0,0 0 0,0-2 0,1-1 0,-1-1 0,29-2 0,50 2 0,-76 4 0,-23-4 0,0 1 0,0-2 0,0 1 0,0 0 0,9-1 0,-14-1 0,0 0 0,-1 1 0,1-1 0,0 0 0,-1 0 0,1 1 0,-1-1 0,1 0 0,-1 1 0,1-1 0,-1 0 0,0 1 0,1-1 0,-1 1 0,0-1 0,1 1 0,-1-1 0,-1 0 0,-19-15 0,8 7 0,-1 0 0,1 1 0,-1 0 0,-1 1 0,-15-5 0,-134-37 0,130 38 0,-43-8 0,-16 1 0,57 10 0,24 5 0,0 0 0,-22-1 0,-219 2 0,126 4 0,3-2-1365,108 0-5461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0:32.727"/>
    </inkml:context>
    <inkml:brush xml:id="br0">
      <inkml:brushProperty name="width" value="0.05" units="cm"/>
      <inkml:brushProperty name="height" value="0.05" units="cm"/>
      <inkml:brushProperty name="color" value="#E71224"/>
    </inkml:brush>
  </inkml:definitions>
  <inkml:trace contextRef="#ctx0" brushRef="#br0">1 0 24575,'592'0'0,"-573"1"0,1 1 0,23 6 0,-22-4 0,33 2 0,76-7-1365,-114 1-5461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30:33.083"/>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15:05.85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43.600"/>
    </inkml:context>
    <inkml:brush xml:id="br0">
      <inkml:brushProperty name="width" value="0.05" units="cm"/>
      <inkml:brushProperty name="height" value="0.05" units="cm"/>
      <inkml:brushProperty name="color" value="#E71224"/>
    </inkml:brush>
  </inkml:definitions>
  <inkml:trace contextRef="#ctx0" brushRef="#br0">0 1 24575,'3'0'0,"1"0"0,-1 1 0,0-1 0,0 1 0,0 0 0,0 0 0,0 0 0,0 1 0,0-1 0,3 2 0,28 22 0,-14-10 0,-13-10 0,129 96 0,-115-84 0,-2 1 0,0 1 0,-1 1 0,21 30 0,-4 3 0,39 55 0,7 16 0,-26-36 0,-51-83 0,-1 1 0,0 0 0,-1 0 0,1 0 0,-1 0 0,0 1 0,-1-1 0,2 9 0,-2-3 0,0 0 0,-1 0 0,-2 19 0,2-29 0,0 1 0,-1 0 0,0-1 0,1 1 0,-1-1 0,0 1 0,0-1 0,-1 1 0,1-1 0,0 0 0,-1 0 0,0 1 0,1-1 0,-1 0 0,0-1 0,0 1 0,0 0 0,0 0 0,0-1 0,-1 1 0,1-1 0,-5 2 0,-3 1 0,-1 0 0,0-1 0,1 0 0,-15 1 0,10-1 0,11-3 0,0 1 0,0-1 0,0 1 0,0-1 0,1 0 0,-1-1 0,0 1 0,0-1 0,0 1 0,1-1 0,-1 0 0,-6-3 0,8 2 0,-1 1 0,1 0 0,0-1 0,0 1 0,0-1 0,0 0 0,0 0 0,1 1 0,-1-1 0,1-1 0,-1 1 0,1 0 0,0 0 0,-1 0 0,1-1 0,0 1 0,1 0 0,-1-1 0,0 1 0,0-4 0,0-4 0,0-1 0,0 1 0,1-1 0,1 1 0,0-1 0,0 1 0,1-1 0,0 1 0,1 0 0,0 0 0,0 0 0,1 0 0,7-11 0,7-10 0,2 0 0,35-42 0,-32 44 0,6-8 0,134-162 0,-143 177 0,-2 0 0,0-1 0,22-40 0,-29 45 0,17-20 0,-7 9 0,-19 25-227,1 1-1,0-1 1,0 1-1,0 0 1,5-4-1,4-1-6598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43.995"/>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45.466"/>
    </inkml:context>
    <inkml:brush xml:id="br0">
      <inkml:brushProperty name="width" value="0.05" units="cm"/>
      <inkml:brushProperty name="height" value="0.05" units="cm"/>
      <inkml:brushProperty name="color" value="#E71224"/>
    </inkml:brush>
  </inkml:definitions>
  <inkml:trace contextRef="#ctx0" brushRef="#br0">0 187 24575,'4'176'0,"0"-124"0,13 70 0,-15-112 0,1 5 0,7 21 0,-8-31 0,0 0 0,1 0 0,-1 0 0,1-1 0,0 1 0,0-1 0,7 7 0,3 5 0,-11-13 0,0-1 0,0 1 0,0-1 0,1 1 0,-1-1 0,0 0 0,1 0 0,-1 0 0,1 0 0,0 0 0,0-1 0,0 1 0,0-1 0,0 0 0,0 0 0,0 0 0,4 1 0,21 1 0,-1-2 0,40-3 0,-14 0 0,-44 2 0,0 0 0,0-1 0,0-1 0,0 1 0,0-1 0,0-1 0,0 0 0,-1 0 0,1-1 0,-1 0 0,0 0 0,8-6 0,8-5 0,-14 9 0,0 0 0,-1 0 0,0-1 0,0 0 0,0-1 0,12-14 0,-15 15 0,-1 0 0,0-1 0,0 1 0,0-1 0,-1 0 0,0 0 0,-1-1 0,0 1 0,0-1 0,0 0 0,1-17 0,8-60 0,-6 53 0,-6 31 0,0 0 0,1-1 0,0 1 0,-1 0 0,1-1 0,0 1 0,0 0 0,0 0 0,0 0 0,1 0 0,-1 0 0,1 0 0,-1 0 0,1 0 0,-1 1 0,1-1 0,3-1 0,-4 2 0,0 0 0,0 1 0,0 0 0,1-1 0,-1 1 0,0 0 0,0-1 0,1 1 0,-1 0 0,0 0 0,1 0 0,-1 0 0,0 0 0,0 0 0,1 1 0,-1-1 0,0 0 0,1 1 0,-1-1 0,0 1 0,0-1 0,0 1 0,0-1 0,0 1 0,1 0 0,-1 0 0,0-1 0,-1 1 0,1 0 0,0 0 0,0 0 0,0 0 0,0 2 0,8 8 0,-2 1 0,0-1 0,7 18 0,1-1 0,4 11 0,10 17 0,-26-51 0,1 0 0,0 0 0,0 0 0,0 0 0,0 0 0,1-1 0,8 6 0,-9-8 0,0 1 0,0-1 0,0-1 0,0 1 0,1-1 0,-1 1 0,1-1 0,-1-1 0,9 2 0,6-2 0,20-1 0,-14 0 0,-18 1 0,1 0 0,-1-1 0,0 0 0,0 0 0,1 0 0,-1-1 0,0 0 0,0 0 0,-1-1 0,10-4 0,-16 6 0,7-2 0,0 0 0,-1-1 0,0 1 0,0-2 0,0 1 0,0-1 0,-1 0 0,0 0 0,0 0 0,7-9 0,55-91 0,-38 45 0,-24 53 0,-2-1 0,1 1 0,-1-1 0,0 0 0,-1 0 0,0-1 0,0 1 0,0 0 0,-1-1 0,0-12 0,0 8 0,6-32 0,-4 31 0,2-22 0,-5 35-15,1-8 42,0-1 1,-1 1-1,-1 0 1,-2-16-1,2 22-95,1 1 1,-1-1-1,0 1 1,0 0-1,0-1 0,-1 1 1,1 0-1,0 0 1,-1 0-1,1 0 0,-1 0 1,0 0-1,0 0 1,0 0-1,0 1 1,0-1-1,0 1 0,0-1 1,0 1-1,-1 0 1,-3-2-1,-6-1-6758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45.805"/>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49.628"/>
    </inkml:context>
    <inkml:brush xml:id="br0">
      <inkml:brushProperty name="width" value="0.05" units="cm"/>
      <inkml:brushProperty name="height" value="0.05" units="cm"/>
      <inkml:brushProperty name="color" value="#E71224"/>
    </inkml:brush>
  </inkml:definitions>
  <inkml:trace contextRef="#ctx0" brushRef="#br0">619 172 24575,'-10'-9'0,"0"1"0,-1 1 0,0 0 0,-1 1 0,-18-9 0,10 6 0,-6-5 0,15 8 0,0 0 0,0 1 0,0 0 0,-1 1 0,1 0 0,-1 1 0,-22-3 0,24 5 0,1 0 0,0 0 0,-1-1 0,1-1 0,0 1 0,0-1 0,0-1 0,0 0 0,-9-6 0,9 6 0,-1 0 0,1 0 0,-1 1 0,0 0 0,0 0 0,0 1 0,0 1 0,0 0 0,-1 0 0,1 1 0,0 0 0,-12 2 0,18-2 0,1 1 0,0 0 0,0-1 0,0 1 0,0 0 0,-1 1 0,2-1 0,-1 1 0,0-1 0,0 1 0,0 0 0,1 0 0,-1 0 0,1 0 0,0 0 0,-4 5 0,0 1 0,0 1 0,1 0 0,-8 17 0,8-14 0,3-8 0,-29 67 0,28-61 0,0 0 0,1 0 0,0 1 0,0-1 0,1 15 0,1-23 0,2 151 0,1-133 0,7 31 0,-5-32 0,-4-12 0,1-1 0,0 0 0,1 0 0,-1 0 0,1-1 0,0 1 0,0 0 0,1-1 0,0 0 0,0 0 0,0 0 0,1 0 0,-1-1 0,1 0 0,0 0 0,0 0 0,1 0 0,-1-1 0,1 0 0,6 3 0,1-1 0,1-1 0,-1 0 0,1 0 0,0-2 0,0 0 0,0 0 0,28-1 0,-36-1 0,0 0 0,0 0 0,1-1 0,-1 1 0,0-1 0,0-1 0,0 1 0,0-1 0,-1 0 0,1-1 0,0 1 0,-1-1 0,1 0 0,-1 0 0,0-1 0,0 0 0,0 0 0,5-6 0,65-59 0,-1 0 0,-64 58 0,0-1 0,0 0 0,-1 0 0,11-22 0,-16 25 0,-1 0 0,1 0 0,1-11 0,-3 11 0,0 1 0,1 0 0,0 0 0,6-13 0,-2 9 0,12-17 0,-19 29 0,0 0 0,0-1 0,0 1 0,0 0 0,0 0 0,1 0 0,-1 0 0,0 0 0,0-1 0,0 1 0,0 0 0,0 0 0,0 0 0,1 0 0,-1 0 0,0 0 0,0 0 0,0 0 0,0-1 0,1 1 0,-1 0 0,0 0 0,0 0 0,0 0 0,1 0 0,-1 0 0,0 0 0,0 0 0,0 0 0,0 0 0,1 0 0,-1 0 0,0 0 0,0 1 0,0-1 0,0 0 0,1 0 0,2 7 0,-1 14 0,-2-20 0,0 20 0,0 5 0,5 41 0,1-12 0,-5-37 0,1 1 0,4 20 0,-5-36 0,0 0 0,-1-1 0,1 1 0,0-1 0,1 1 0,-1-1 0,0 1 0,1-1 0,-1 0 0,1 1 0,0-1 0,0 0 0,0 0 0,0 0 0,0-1 0,0 1 0,0 0 0,5 2 0,-3-3 0,0 0 0,-1 1 0,1-2 0,0 1 0,0 0 0,0-1 0,0 0 0,-1 0 0,1 0 0,0 0 0,0 0 0,0-1 0,3-1 0,8-1 0,-7 0 0,1 1 0,15-1 0,-22 3 0,1 0 0,-1 0 0,1 0 0,-1 0 0,1 1 0,-1-1 0,1 1 0,-1-1 0,1 1 0,-1 0 0,0 0 0,0 0 0,1 0 0,2 3 0,9 7 0,-10-7 0,1 0 0,0-1 0,0 1 0,0-1 0,0 0 0,0 0 0,1 0 0,-1-1 0,1 0 0,-1 0 0,1 0 0,9 0 0,-4 0-170,0-1-1,-1-1 0,1 0 1,0-1-1,0 0 0,0 0 1,18-6-1,-17 3-6655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49.980"/>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30.779"/>
    </inkml:context>
    <inkml:brush xml:id="br0">
      <inkml:brushProperty name="width" value="0.05" units="cm"/>
      <inkml:brushProperty name="height" value="0.05" units="cm"/>
      <inkml:brushProperty name="color" value="#E71224"/>
    </inkml:brush>
  </inkml:definitions>
  <inkml:trace contextRef="#ctx0" brushRef="#br0">1 102 24575,'0'3'0,"1"0"0,-1 0 0,1 0 0,-1 0 0,1 0 0,0 0 0,1 0 0,-1 0 0,0 0 0,1-1 0,-1 1 0,3 2 0,26 29 0,-27-31 0,40 40 0,-2 3 0,-3 1 0,-1 2 0,35 62 0,-48-68 0,2-1 0,2-1 0,41 46 0,-45-60 0,-1 1 0,-2 1 0,0 0 0,-2 2 0,-2 0 0,-1 1 0,24 66 0,-32-74 0,1 5 0,1 0 0,18 35 0,-16-42 0,-2-7 0,-2 1 0,0 0 0,-1 0 0,0 1 0,6 28 0,-12-43 0,-1 0 0,0-1 0,0 1 0,0 0 0,0 0 0,0 0 0,0 0 0,0 0 0,0-1 0,-1 1 0,1 0 0,-1 0 0,1 0 0,-1-1 0,0 1 0,0 0 0,0-1 0,0 1 0,0-1 0,-2 4 0,1-4 0,0 0 0,0 0 0,0 1 0,0-1 0,1 0 0,-1 0 0,-1-1 0,1 1 0,0 0 0,0-1 0,0 1 0,0-1 0,0 0 0,0 0 0,-1 0 0,1 0 0,0 0 0,-3 0 0,2-1 0,-1 0 0,1 1 0,0-1 0,0 0 0,0-1 0,0 1 0,0 0 0,0-1 0,0 0 0,0 1 0,0-1 0,1-1 0,-4-1 0,2-1 0,0 0 0,0 1 0,0-2 0,1 1 0,0 0 0,-4-9 0,-1-5 0,2 0 0,0 0 0,-3-27 0,2-4 0,3-1 0,2-83 0,3 124 0,-1 1 0,2-1 0,-1 1 0,1-1 0,1 1 0,0-1 0,0 1 0,1 0 0,0 0 0,5-8 0,7-6 0,0 0 0,22-23 0,-21 27 0,-1-2 0,-1 0 0,14-23 0,55-99 0,-69 117 0,22-26 0,3-5 0,-34 49 0,0 0 0,1 0 0,10-10 0,12-12 0,0-6 0,3 1 0,0 2 0,71-56 0,-94 81 22,1 0 0,-1-1-1,9-12 1,5-3-1474,-12 13-5374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31.749"/>
    </inkml:context>
    <inkml:brush xml:id="br0">
      <inkml:brushProperty name="width" value="0.05" units="cm"/>
      <inkml:brushProperty name="height" value="0.05" units="cm"/>
      <inkml:brushProperty name="color" value="#E71224"/>
    </inkml:brush>
  </inkml:definitions>
  <inkml:trace contextRef="#ctx0" brushRef="#br0">1 20 24575,'0'0'0,"0"-1"0,0 0 0,1 1 0,-1-1 0,0 0 0,0 1 0,1-1 0,-1 1 0,0-1 0,1 1 0,-1-1 0,1 1 0,-1-1 0,1 1 0,-1-1 0,1 1 0,-1-1 0,1 1 0,-1 0 0,1-1 0,0 1 0,-1 0 0,1 0 0,0-1 0,-1 1 0,1 0 0,0 0 0,22-4 0,-22 4 0,206-4 0,-117 6 0,305-2-1365,-379 0-5461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32.443"/>
    </inkml:context>
    <inkml:brush xml:id="br0">
      <inkml:brushProperty name="width" value="0.05" units="cm"/>
      <inkml:brushProperty name="height" value="0.05" units="cm"/>
      <inkml:brushProperty name="color" value="#E71224"/>
    </inkml:brush>
  </inkml:definitions>
  <inkml:trace contextRef="#ctx0" brushRef="#br0">1 0 24575,'0'488'0,"2"-437"0,2-1 0,3 1 0,15 58 0,-20-104 13,0 1 0,0-1 0,1 1 0,-1-1 0,1 0 0,1 1 0,-1-2 0,5 6 1,12 21-1497,-14-20-5343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53.516"/>
    </inkml:context>
    <inkml:brush xml:id="br0">
      <inkml:brushProperty name="width" value="0.05" units="cm"/>
      <inkml:brushProperty name="height" value="0.05" units="cm"/>
      <inkml:brushProperty name="color" value="#E71224"/>
    </inkml:brush>
  </inkml:definitions>
  <inkml:trace contextRef="#ctx0" brushRef="#br0">0 917 24575,'2'0'0,"-1"1"0,1-1 0,-1 1 0,0-1 0,1 1 0,-1 0 0,0 0 0,0 0 0,1 0 0,-1 0 0,0 0 0,0 0 0,1 1 0,5 5 0,46 28 0,-34-23 0,34 27 0,-11-7 0,-33-26 0,-1 0 0,1 1 0,-1 0 0,-1 0 0,1 0 0,-1 1 0,11 16 0,-11-11 0,-4-8 0,-1-1 0,0 0 0,1 0 0,0 0 0,0 0 0,4 4 0,-6-7 0,0-1 0,0 1 0,0 0 0,0-1 0,0 1 0,0 0 0,0-1 0,0 0 0,1 1 0,-1-1 0,0 0 0,0 1 0,0-1 0,1 0 0,-1 0 0,0 0 0,1 0 0,-1 0 0,0 0 0,0 0 0,1-1 0,-1 1 0,0 0 0,0-1 0,0 1 0,0-1 0,1 1 0,0-2 0,4-1 0,-1-1 0,0 1 0,-1-1 0,1 0 0,0 0 0,-1-1 0,4-5 0,24-36 0,-23 31 0,285-365-632,-32 47 590,-241 302 42,108-147 0,-44 62 674,-82 112-901,1 0-1,0 0 1,0 0-1,0 0 1,9-6-1,1 3-6598</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53.877"/>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8:14.160"/>
    </inkml:context>
    <inkml:brush xml:id="br0">
      <inkml:brushProperty name="width" value="0.05" units="cm"/>
      <inkml:brushProperty name="height" value="0.05" units="cm"/>
      <inkml:brushProperty name="color" value="#E71224"/>
    </inkml:brush>
  </inkml:definitions>
  <inkml:trace contextRef="#ctx0" brushRef="#br0">1 0 24575,'0'37'0,"3"110"0,0-121 0,0 0 0,2 0 0,13 42 0,-7-41 0,0 0 0,1-1 0,2-1 0,18 27 0,-26-44 0,1 0 0,0-1 0,1 0 0,-1 0 0,1 0 0,0-1 0,1-1 0,0 1 0,0-1 0,0-1 0,0 0 0,1 0 0,-1-1 0,1 0 0,18 3 0,-21-5-114,0-1 1,-1 0-1,1 0 0,0-1 0,-1 1 1,1-2-1,0 1 0,-1-1 0,1 0 1,-1 0-1,7-4 0,-1-1-6712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8:14.883"/>
    </inkml:context>
    <inkml:brush xml:id="br0">
      <inkml:brushProperty name="width" value="0.05" units="cm"/>
      <inkml:brushProperty name="height" value="0.05" units="cm"/>
      <inkml:brushProperty name="color" value="#E71224"/>
    </inkml:brush>
  </inkml:definitions>
  <inkml:trace contextRef="#ctx0" brushRef="#br0">1 604 24575,'0'-3'0,"1"-1"0,-1 1 0,1 0 0,0-1 0,1 1 0,-1 0 0,1 0 0,2-4 0,3-8 0,22-51 0,11-30 0,-34 79 0,-1 0 0,-1 0 0,4-35 0,-7-16 0,-1 0 0,5 49 0,0 15 0,-1 12 0,3 30 0,-5-27 0,6 23 0,5 6 0,20 40 0,-25-63 0,1 0 0,1-1 0,1 0 0,22 26 0,-9-9 0,-7-8 0,-15-23 0,0 0 0,0 0 0,0 0 0,1 0 0,-1 0 0,1 0 0,-1-1 0,1 0 0,0 1 0,0-1 0,-1 0 0,1 0 0,0 0 0,0-1 0,0 1 0,4-1 0,6 1 0,1 0 0,18-3 0,-11 1 0,-4 0 0,-9 2 0,1-2 0,-1 1 0,14-4 0,-19 4 0,0-1 0,0 0 0,-1 0 0,1-1 0,0 1 0,-1-1 0,1 1 0,-1-1 0,1 0 0,-1 0 0,0 0 0,0 0 0,0 0 0,2-3 0,-1 1 0,10-14 0,16-27 0,-26 38 0,1 0 0,-1 0 0,-1 0 0,1 0 0,-1-1 0,-1 1 0,2-15 0,-3-125 0,-1 62 0,1 60-103,1 13-107,-1-1 0,0 1-1,-1 0 1,-1-1-1,-4-16 1,2 17-6616</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8:16.246"/>
    </inkml:context>
    <inkml:brush xml:id="br0">
      <inkml:brushProperty name="width" value="0.05" units="cm"/>
      <inkml:brushProperty name="height" value="0.05" units="cm"/>
      <inkml:brushProperty name="color" value="#E71224"/>
    </inkml:brush>
  </inkml:definitions>
  <inkml:trace contextRef="#ctx0" brushRef="#br0">0 171 24575,'787'0'0,"-775"-2"0,-11 2 0,-1 0 0,0 0 0,0 0 0,0 0 0,0 0 0,0 0 0,0-1 0,0 1 0,0 0 0,0 0 0,0 0 0,0 0 0,0 0 0,0-1 0,0 1 0,0 0 0,0 0 0,0 0 0,0 0 0,0 0 0,0 0 0,0-1 0,0 1 0,0 0 0,0 0 0,0 0 0,0 0 0,0 0 0,0-1 0,-1 1 0,1 0 0,0 0 0,0 0 0,0 0 0,0 0 0,0 0 0,0 0 0,0 0 0,-1 0 0,1-1 0,-21-11 0,16 9 0,-4-3 0,-1-1 0,1 0 0,0-1 0,1 0 0,0 0 0,0-1 0,-13-18 0,7 1 0,12 20 0,-1 1 0,1 1 0,-7-10 0,9 14 0,-1 0 0,1 0 0,0-1 0,0 1 0,-1 0 0,1 0 0,0 0 0,0-1 0,0 1 0,-1 0 0,1 0 0,0-1 0,0 1 0,0 0 0,0 0 0,0-1 0,0 1 0,0 0 0,-1-1 0,1 1 0,0 0 0,0-1 0,0 1 0,0 0 0,0 0 0,0-1 0,0 1 0,1 0 0,-1-1 0,0 1 0,0 0 0,0-1 0,0 1 0,0 0 0,0 0 0,0-1 0,1 1 0,-1 0 0,0 0 0,1-1 0,0 0 0,0 1 0,0 0 0,0-1 0,0 1 0,1 0 0,-1-1 0,0 1 0,0 0 0,1 0 0,1 0 0,4 1 0,-1-1 0,1 1 0,9 2 0,-8 0 0,0 0 0,-1 1 0,1-1 0,-1 2 0,0-1 0,1 1 0,6 6 0,0 2 0,-1 0 0,13 19 0,10 6 0,-27-29 0,0 1 0,0-1 0,-1 1 0,0 1 0,11 19 0,-19-28 0,1-1 0,0 1 0,0 0 0,-1 0 0,1 0 0,-1 0 0,0 0 0,0 0 0,1 0 0,-1-1 0,0 1 0,-1 0 0,1 0 0,0 0 0,0 0 0,-1 0 0,1 0 0,-1 0 0,0 0 0,0-1 0,1 1 0,-1 0 0,0-1 0,-2 4 0,-2 0 0,-1 1 0,1-1 0,-1 0 0,0-1 0,-7 5 0,-3 2 0,7-5-151,0 1-1,-1-2 0,0 0 0,0 0 1,-1-1-1,1 0 0,-1 0 1,-13 1-1,10-3-6674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8:16.617"/>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8:17.132"/>
    </inkml:context>
    <inkml:brush xml:id="br0">
      <inkml:brushProperty name="width" value="0.05" units="cm"/>
      <inkml:brushProperty name="height" value="0.05" units="cm"/>
      <inkml:brushProperty name="color" value="#E71224"/>
    </inkml:brush>
  </inkml:definitions>
  <inkml:trace contextRef="#ctx0" brushRef="#br0">1 1 24575,'19'22'0,"16"28"0,-2 2 0,29 63 0,-2-4 0,-24-59 0,-24-36 0,-1 1 0,10 19 0,-19-31 0,0 0 0,0 1 0,-1-1 0,1 1 0,-1 0 0,0-1 0,-1 1 0,1 0 0,-2 6 0,1-11 0,0 1 0,0-1 0,0 1 0,0 0 0,0-1 0,-1 1 0,1-1 0,0 1 0,-1-1 0,0 1 0,1-1 0,-1 1 0,0-1 0,0 1 0,0-1 0,1 0 0,-2 1 0,1-1 0,0 0 0,0 0 0,0 0 0,0 0 0,-1 0 0,1 0 0,0 0 0,-1-1 0,1 1 0,-1 0 0,1-1 0,-1 1 0,1-1 0,-1 1 0,0-1 0,1 0 0,-3 0 0,2 0 0,0 0 0,-1-1 0,1 1 0,0-1 0,0 0 0,0 0 0,1 0 0,-1 0 0,0 0 0,0 0 0,0 0 0,1-1 0,-1 1 0,1 0 0,-1-1 0,1 0 0,-1 1 0,1-1 0,0 0 0,0 1 0,0-1 0,-1-3 0,-4-5 0,1-1 0,-5-18 0,9 27 0,-1-8 0,-1 1 0,2-1 0,-1 0 0,1 0 0,1 1 0,0-1 0,2-19 0,0 13 0,1 0 0,1 0 0,11-31 0,-10 36 0,1 0 0,0 0 0,1 0 0,0 1 0,1 0 0,0 0 0,0 1 0,1 0 0,10-8 0,6-3 0,1 2 0,39-22 0,-9 12 0,-32 17 0,23-14 0,2-3-1365,-38 20-5461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8:05.830"/>
    </inkml:context>
    <inkml:brush xml:id="br0">
      <inkml:brushProperty name="width" value="0.05" units="cm"/>
      <inkml:brushProperty name="height" value="0.05" units="cm"/>
      <inkml:brushProperty name="color" value="#E71224"/>
    </inkml:brush>
  </inkml:definitions>
  <inkml:trace contextRef="#ctx0" brushRef="#br0">1 23 24575,'51'0'0,"85"3"0,-121-1 0,0 0 0,0 1 0,0 1 0,-1 0 0,0 1 0,0 0 0,14 8 0,-13-5 0,0 1 0,-1 1 0,0 0 0,-1 0 0,0 2 0,0-1 0,-1 2 0,-1 0 0,0 0 0,-1 1 0,9 16 0,13 28 0,20 36 0,-42-75 0,-1 0 0,-1 1 0,-1 0 0,0 0 0,-2 1 0,6 39 0,-3-27 0,-6-28 0,-1 0 0,1 0 0,-1 0 0,0 0 0,0 0 0,0 0 0,-1 0 0,0 1 0,0-1 0,0 0 0,-1 0 0,-1 8 0,2-11 0,-1-1 0,1 0 0,-1 0 0,0 0 0,1 1 0,-1-1 0,0 0 0,0 0 0,1 0 0,-1 0 0,0 0 0,0 0 0,0-1 0,0 1 0,0 0 0,0 0 0,-1-1 0,1 1 0,0-1 0,0 1 0,0-1 0,-1 1 0,1-1 0,0 0 0,0 1 0,-1-1 0,1 0 0,0 0 0,-1 0 0,1 0 0,0 0 0,-1-1 0,1 1 0,-3-1 0,2 0 0,-1 0 0,0 0 0,1 0 0,-1 0 0,0-1 0,1 1 0,0-1 0,-1 0 0,1 1 0,0-1 0,0 0 0,0-1 0,0 1 0,-3-5 0,0-4 0,-1 0 0,2-1 0,-1 0 0,2 0 0,0-1 0,0 1 0,1 0 0,0-16 0,0-12 0,6-50 0,-3 81 0,0 0 0,1 0 0,0 1 0,1-1 0,0 1 0,0 0 0,5-9 0,36-54 0,-16 26 0,-19 31 0,34-55 0,-35 59 0,0 1 0,0-1 0,0 2 0,18-14 0,-19 16-227,0 0-1,0-1 1,-1 1-1,0-1 1,6-9-1,-6 6-6598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8:06.180"/>
    </inkml:context>
    <inkml:brush xml:id="br0">
      <inkml:brushProperty name="width" value="0.05" units="cm"/>
      <inkml:brushProperty name="height" value="0.05" units="cm"/>
      <inkml:brushProperty name="color" value="#E71224"/>
    </inkml:brush>
  </inkml:definitions>
  <inkml:trace contextRef="#ctx0" brushRef="#br0">1 1 24575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8:07.098"/>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8:08.561"/>
    </inkml:context>
    <inkml:brush xml:id="br0">
      <inkml:brushProperty name="width" value="0.05" units="cm"/>
      <inkml:brushProperty name="height" value="0.05" units="cm"/>
      <inkml:brushProperty name="color" value="#E71224"/>
    </inkml:brush>
  </inkml:definitions>
  <inkml:trace contextRef="#ctx0" brushRef="#br0">1 93 24575,'0'345'0,"0"-332"0,0 0 0,1 1 0,0-1 0,2 0 0,-1 0 0,1 0 0,1 0 0,8 16 0,-11-26 0,1-1 0,-1 0 0,1 0 0,0 0 0,0 0 0,0 0 0,0-1 0,0 1 0,0-1 0,0 1 0,1-1 0,-1 0 0,1 1 0,-1-1 0,1-1 0,-1 1 0,1 0 0,-1 0 0,1-1 0,0 0 0,-1 1 0,1-1 0,0 0 0,-1-1 0,1 1 0,0 0 0,3-1 0,1-1 0,0 1 0,0-1 0,0 0 0,0-1 0,0 0 0,-1 0 0,1 0 0,-1-1 0,7-5 0,10-10 0,-1-2 0,0 0 0,-2-1 0,20-29 0,-34 43 0,-1 0 0,0-1 0,0 1 0,-1-1 0,0-1 0,-1 1 0,1 0 0,-2-1 0,0 1 0,0-1 0,0-10 0,0 9 0,0 1 0,1 0 0,6-18 0,-5 18 0,0 0 0,-1-1 0,2-13 0,1-6 0,-6 30 0,0 0 0,0 0 0,0 0 0,0 0 0,0-1 0,0 1 0,0 0 0,0 0 0,0 0 0,0 0 0,0 0 0,0-1 0,0 1 0,1 0 0,-1 0 0,0 0 0,0 0 0,0 0 0,0 0 0,0 0 0,0 0 0,0-1 0,1 1 0,-1 0 0,0 0 0,0 0 0,0 0 0,0 0 0,0 0 0,1 0 0,-1 0 0,0 0 0,0 0 0,0 0 0,0 0 0,0 0 0,1 0 0,3 5 0,2 13 0,-6-17 0,13 47 0,12 87 0,-21-103 0,1-1 0,2 1 0,2-1 0,12 30 0,-20-59 0,0 1 0,1-1 0,-1 1 0,1-1 0,0 1 0,-1-1 0,1 0 0,0 0 0,1 0 0,-1 0 0,0-1 0,1 1 0,-1-1 0,0 1 0,1-1 0,0 0 0,-1 0 0,1 0 0,0 0 0,0 0 0,-1-1 0,5 1 0,7 1 0,0-2 0,-1 0 0,23-2 0,-7 0 0,-25 2 0,1 0 0,0-1 0,0 1 0,0-1 0,-1 0 0,1-1 0,0 1 0,-1-1 0,0 0 0,1 0 0,-1 0 0,0-1 0,0 1 0,0-1 0,0 0 0,0 0 0,-1 0 0,1-1 0,-1 0 0,0 1 0,0-1 0,0 0 0,-1 0 0,3-5 0,10-18 0,-1 0 0,-2 0 0,-1-2 0,0 1 0,10-54 0,-13 39 0,-2-1 0,1-55 0,-8-13-1365,1 96-5461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8:25.146"/>
    </inkml:context>
    <inkml:brush xml:id="br0">
      <inkml:brushProperty name="width" value="0.05" units="cm"/>
      <inkml:brushProperty name="height" value="0.05" units="cm"/>
      <inkml:brushProperty name="color" value="#E71224"/>
    </inkml:brush>
  </inkml:definitions>
  <inkml:trace contextRef="#ctx0" brushRef="#br0">1 334 24575,'0'-1'0,"0"-1"0,0 1 0,1-1 0,-1 1 0,1 0 0,0-1 0,-1 1 0,1 0 0,0-1 0,0 1 0,0 0 0,0 0 0,0-1 0,0 1 0,0 0 0,0 0 0,0 0 0,0 0 0,1 1 0,-1-1 0,0 0 0,1 0 0,-1 1 0,1-1 0,-1 1 0,3-1 0,4-1 0,0 0 0,-1 0 0,14-1 0,7 1 0,-16 2 0,-1-1 0,1 0 0,-1-1 0,0 0 0,0-1 0,20-7 0,-18 3 0,0 2 0,0 0 0,1 1 0,0 0 0,-1 1 0,1 0 0,0 1 0,16 0 0,363 3 0,-367-2 0,1-2 0,40-10 0,-65 12 0,-5 1 0,0 0 0,0 0 0,0 0 0,0-1 0,0 0 0,0 1 0,0-1 0,0 0 0,0-1 0,0 1 0,0 0 0,0-1 0,1 0 0,-5-3 0,-47-38 0,30 23 0,1 0 0,-24-17 0,-15 7 0,46 21 0,13 7 0,0 1 0,0 0 0,0-1 0,1 0 0,-1 1 0,1-1 0,-1 0 0,1-1 0,0 1 0,-1 0 0,1-1 0,1 1 0,-3-4 0,3 6 0,1-1 0,0 1 0,0-1 0,0 1 0,0-1 0,0 1 0,0-1 0,0 1 0,0 0 0,0-1 0,0 1 0,0-1 0,0 1 0,0-1 0,0 1 0,0-1 0,1 1 0,-1-1 0,0 1 0,0 0 0,0-1 0,1 1 0,-1-1 0,0 1 0,1 0 0,-1-1 0,0 1 0,1 0 0,-1 0 0,0-1 0,1 1 0,-1 0 0,0 0 0,1-1 0,-1 1 0,1 0 0,-1 0 0,1 0 0,-1 0 0,1-1 0,-1 1 0,0 0 0,1 0 0,0 0 0,2 0 0,-1-1 0,1 1 0,-1 0 0,1 0 0,-1 0 0,6 1 0,6 4 0,1 1 0,-1 0 0,0 1 0,-1 1 0,24 17 0,-22-15 0,16 15 0,-25-19 0,1 0 0,0-1 0,16 10 0,-6-5 0,-1 0 0,23 19 0,-7-5 0,-25-18 0,1 1 0,-1-1 0,0 1 0,0 1 0,-1-1 0,0 1 0,6 11 0,-11-17 0,0 0 0,-1-1 0,1 1 0,-1 0 0,1 0 0,-1 0 0,0 0 0,0-1 0,0 1 0,0 0 0,0 0 0,-1 0 0,1 0 0,0 0 0,-1-1 0,1 1 0,-1 0 0,0 0 0,0-1 0,1 1 0,-1-1 0,0 1 0,-1 0 0,1-1 0,0 0 0,0 1 0,-3 1 0,-1 2 0,1 0 0,-2-1 0,1 0 0,0 0 0,-1 0 0,-8 3 0,4-1 0,0 0 0,-16 11 0,-11 8 0,-14 8-1365,37-27-5461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34.082"/>
    </inkml:context>
    <inkml:brush xml:id="br0">
      <inkml:brushProperty name="width" value="0.05" units="cm"/>
      <inkml:brushProperty name="height" value="0.05" units="cm"/>
      <inkml:brushProperty name="color" value="#E71224"/>
    </inkml:brush>
  </inkml:definitions>
  <inkml:trace contextRef="#ctx0" brushRef="#br0">1 221 24575,'1'0'0,"0"0"0,1 1 0,-1-1 0,0 1 0,1-1 0,-1 1 0,0 0 0,0-1 0,1 1 0,-1 0 0,0 0 0,0 0 0,0-1 0,0 1 0,0 0 0,0 1 0,0-1 0,0 0 0,-1 0 0,2 2 0,12 27 0,3 23 0,18 104 0,-28-116 0,6 72 0,-10-77 0,-3-33 0,0 0 0,1 0 0,-1 1 0,1-1 0,0 0 0,0 0 0,0 0 0,0 0 0,0 0 0,1 0 0,0 0 0,-1-1 0,1 1 0,0 0 0,0-1 0,0 0 0,1 1 0,-1-1 0,0 0 0,1 0 0,0 0 0,-1 0 0,1-1 0,5 3 0,27 18 0,-28-17 0,1 1 0,0-2 0,1 1 0,-1-1 0,1 0 0,0-1 0,0 1 0,10 1 0,12 2 0,-22-4 0,-1-1 0,1 0 0,0-1 0,16 1 0,-23-2 0,1 0 0,-1 0 0,0-1 0,0 1 0,1-1 0,-1 1 0,0-1 0,0 0 0,0 0 0,0 0 0,0 0 0,0 0 0,0-1 0,0 1 0,0-1 0,0 1 0,-1-1 0,1 1 0,-1-1 0,1 0 0,-1 0 0,0 0 0,2-2 0,1-5 0,-1 1 0,0-1 0,4-16 0,1-5 0,1-5 0,-1-1 0,7-72 0,-11 68 0,0 7 0,-2 6 0,7-28 0,-8 47 0,1 1 0,1-1 0,-1 1 0,1 0 0,0 0 0,1 1 0,-1-1 0,8-9 0,-10 15 0,-1 0 0,1 0 0,-1 1 0,1-1 0,-1 0 0,1 1 0,-1-1 0,1 0 0,0 1 0,-1-1 0,1 1 0,0-1 0,0 1 0,-1-1 0,1 1 0,0 0 0,0-1 0,0 1 0,0 0 0,-1 0 0,1 0 0,0-1 0,0 1 0,0 0 0,0 0 0,0 0 0,0 0 0,-1 0 0,1 1 0,0-1 0,0 0 0,0 0 0,0 1 0,0-1 0,-1 0 0,1 1 0,0-1 0,0 1 0,-1-1 0,1 1 0,0-1 0,-1 1 0,1-1 0,0 1 0,-1 0 0,1-1 0,-1 1 0,2 1 0,1 4 0,1 0 0,-1 0 0,0 1 0,4 10 0,-4-9 0,10 30 0,37 71 0,-19-54 0,22 40 0,-42-80 0,-1 0 0,2 0 0,24 24 0,-27-31 0,1 0 0,0 0 0,13 7 0,-18-12 0,0-1 0,0 1 0,0-1 0,1-1 0,-1 1 0,1-1 0,-1 0 0,1 0 0,8 0 0,-5 0 0,0-1 0,1-1 0,-1 0 0,16-3 0,-21 3 0,0 0 0,-1-1 0,1 1 0,0-1 0,-1 0 0,1 0 0,-1-1 0,0 1 0,1-1 0,-1 1 0,-1-1 0,1 0 0,3-4 0,2-3 0,-2 1 0,1-1 0,-1-1 0,-1 1 0,1-1 0,-2 0 0,0 0 0,5-21 0,-5 19 0,-1 1 0,9-19 0,2-5 0,-14 34 0,7-18 0,3-24 0,-8 37 0,-1-1 0,-1 1 0,0-1 0,0 1 0,0-1 0,-3-12 0,-29-113 0,24 102 0,0 0 0,-2 1 0,-22-52 0,24 65-455,1 0 0,-9-28 0,12 25-6371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34.911"/>
    </inkml:context>
    <inkml:brush xml:id="br0">
      <inkml:brushProperty name="width" value="0.05" units="cm"/>
      <inkml:brushProperty name="height" value="0.05" units="cm"/>
      <inkml:brushProperty name="color" value="#E71224"/>
    </inkml:brush>
  </inkml:definitions>
  <inkml:trace contextRef="#ctx0" brushRef="#br0">0 0 24575,'4'0'0,"1"1"0,-2 0 0,1-1 0,0 1 0,5 3 0,11 1 0,28 1 0,1-2 0,78-5 0,-51 0 0,137 1 0,-208 0-273,0 0 0,0-1 0,0 1 0,8-3 0,-1-1-6553</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35.461"/>
    </inkml:context>
    <inkml:brush xml:id="br0">
      <inkml:brushProperty name="width" value="0.05" units="cm"/>
      <inkml:brushProperty name="height" value="0.05" units="cm"/>
      <inkml:brushProperty name="color" value="#E71224"/>
    </inkml:brush>
  </inkml:definitions>
  <inkml:trace contextRef="#ctx0" brushRef="#br0">0 1 24575,'3'4'0,"0"1"0,-1-1 0,1 1 0,-1 0 0,0 0 0,0 0 0,-1 0 0,2 10 0,0-2 0,2 9 0,0 0 0,-2 1 0,0 24 0,-3 70 0,-1-62 0,-1-12 0,1-26 0,0-1 0,1 1 0,1 0 0,0-1 0,8 31 0,5-17-1365,-8-18-5461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54.417"/>
    </inkml:context>
    <inkml:brush xml:id="br0">
      <inkml:brushProperty name="width" value="0.05" units="cm"/>
      <inkml:brushProperty name="height" value="0.05" units="cm"/>
      <inkml:brushProperty name="color" value="#E71224"/>
    </inkml:brush>
  </inkml:definitions>
  <inkml:trace contextRef="#ctx0" brushRef="#br0">1 639 24575,'6'9'0,"0"1"0,1-2 0,0 1 0,1-1 0,0 0 0,0 0 0,13 8 0,-13-10 0,14 11 0,-1 2 0,-1 0 0,0 1 0,16 23 0,-16-13 0,-14-20 0,0-1 0,0 0 0,1 0 0,9 10 0,-14-18 0,-1 0 0,0 0 0,1 0 0,-1-1 0,1 1 0,-1 0 0,1-1 0,-1 0 0,1 1 0,-1-1 0,1 0 0,-1 1 0,1-1 0,0 0 0,-1 0 0,1-1 0,-1 1 0,1 0 0,0 0 0,-1-1 0,1 1 0,-1-1 0,1 1 0,-1-1 0,0 0 0,1 1 0,1-3 0,6-2 0,-1-1 0,0 0 0,9-8 0,-14 12 0,197-194-1032,-30 25-969,-63 70 1911,114-97 3052,-111 101-2802,11-7-159,-105 91-1366,-1 2-5461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7:54.759"/>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4:38:46.032"/>
    </inkml:context>
    <inkml:brush xml:id="br0">
      <inkml:brushProperty name="width" value="0.05" units="cm"/>
      <inkml:brushProperty name="height" value="0.05" units="cm"/>
      <inkml:brushProperty name="color" value="#E71224"/>
    </inkml:brush>
  </inkml:definitions>
  <inkml:trace contextRef="#ctx0" brushRef="#br0">0 882 24575,'10'-9'0,"-8"7"0,0 0 0,0 0 0,0 0 0,0 0 0,0 0 0,0 0 0,-1 0 0,1-1 0,-1 1 0,0 0 0,0-1 0,1-2 0,1-4 0,1 1 0,-1 0 0,1 0 0,0 0 0,1 0 0,0 1 0,11-13 0,6-6 0,37-40 0,-49 56 0,1 0 0,0 1 0,0 0 0,17-8 0,152-76 0,-115 59-158,1 3 0,2 4 1,1 2-1,131-29 0,19 9-1105,83-19-429,375-80 1344,-656 140 413,273-39-789,1 26 2717,-203 19 414,198-5-2056,-162-12-351,34-2 0,-78 13 0,0 3 0,101 13 0,11 31 0,-141-29 0,194 61-373,-38-10 190,-202-62 183,180 52 0,-143-39 0,-2 2 0,46 25 0,-86-41 0,190 114 0,-184-108 50,0 0 1,0 1 0,-1 0-1,0 0 1,-1 1-1,0 0 1,-1 0 0,0 1-1,0 0 1,7 18-1,7 13-50,17 38 0,-33-68 0,-1 0 0,-1 0 0,1 1 0,1 24 0,-4 111 0,-3-73 0,3-63 0,-1 1 0,-1-1 0,0 0 0,-1 0 0,0 0 0,-1 0 0,0-1 0,-1 1 0,0-1 0,-1 0 0,0 0 0,-10 15 0,-34 45 0,-3-1 0,-85 85 0,101-122-150,-2-2-1,-59 37 0,67-48-234,-408 271-1347,392-260 1599,-2-3-1,-71 32 1,81-45 131,-1-1 0,-1-2 0,-77 13 0,-372 16-1269,-2-37-433,358-4 1580,-1474-2 6200,1588 1-6076,0-1 0,-1 0 0,1-2 0,0 0 0,1-1 0,-1-1 0,-18-9 0,-40-12 0,49 19 0,0-2 0,0-2 0,-30-17 0,-20-21 0,-123-106 0,141 111 0,-8-8 0,50 39 0,-1 0 0,-25-14 0,42 26 0,-4-2 0,0 0 0,0-1 0,0 0 0,-6-9 0,-16-13 0,24 25 0,0-1 0,0 0 0,1-1 0,-1 1 0,1-1 0,0 1 0,0-1 0,0 0 0,0 0 0,1 0 0,0-1 0,0 1 0,0 0 0,0-1 0,1 0 0,-1 1 0,1-1 0,0 0 0,0-9 0,-2-12 0,-1-1 0,-2 1 0,0 0 0,-14-34 0,16 48 0,0-1 0,1 1 0,0 0 0,1-1 0,1 1 0,0-1 0,1 0 0,0 0 0,1 1 0,0-1 0,1 1 0,6-22 0,5-7 0,-7 23 0,-1 1 0,2 0 0,0 0 0,18-29 0,-3 18 0,-16 21 0,0 0 0,-1 0 0,0 0 0,-1 0 0,5-9 0,-4 5 0,1 0 0,1 0 0,-1 1 0,10-10 0,4-6 0,-14 18 0,1 0 0,0 1 0,1 0 0,12-10 0,7-5 0,-21 18-45,-1 0-1,1 0 1,0 1-1,0 0 0,1 0 1,9-4-1,-4 3-1000,-1-1-5780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53:33.220"/>
    </inkml:context>
    <inkml:brush xml:id="br0">
      <inkml:brushProperty name="width" value="0.05" units="cm"/>
      <inkml:brushProperty name="height" value="0.05" units="cm"/>
      <inkml:brushProperty name="color" value="#E71224"/>
    </inkml:brush>
  </inkml:definitions>
  <inkml:trace contextRef="#ctx0" brushRef="#br0">0 23 24575,'9'7'0,"0"1"0,0-1 0,1-1 0,0 0 0,0-1 0,16 7 0,-6-2 0,56 28 0,-68-35 0,-1 0 0,1 0 0,-1-1 0,1 0 0,0-1 0,0 1 0,10-1 0,60-2 0,-33-1 0,777 2 0,-816-1 0,1 1 0,-1-1 0,0 0 0,0-1 0,1 1 0,-1-1 0,0-1 0,0 1 0,-1-1 0,1 0 0,0 0 0,4-4 0,-9 6 0,0 1 0,0-1 0,0 1 0,0-1 0,0 1 0,0-1 0,-1 0 0,1 1 0,0-1 0,0 0 0,-1 0 0,1 0 0,-1 0 0,1 1 0,0-1 0,-1 0 0,0 0 0,1 0 0,-1 0 0,1 0 0,-1 0 0,0 0 0,0 0 0,0 0 0,0-1 0,0 1 0,0 0 0,0 0 0,0 0 0,0 0 0,0 0 0,0 0 0,-1 0 0,1 0 0,0 0 0,-1 0 0,1 0 0,-1 0 0,1 0 0,-1 0 0,0 1 0,1-1 0,-1 0 0,-1-1 0,-4-4 0,0 0 0,-1 0 0,1 1 0,-12-7 0,12 8 0,0 0 0,-1 1 0,0 0 0,0 0 0,0 0 0,0 1 0,-1 0 0,1 0 0,-1 1 0,-12-2 0,-1 3 0,0 0 0,-26 3 0,3 6 0,32-6 0,0 0 0,-15 1 0,-198-3 0,114-2 0,-486 1-1365,581 0-5461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53:39.487"/>
    </inkml:context>
    <inkml:brush xml:id="br0">
      <inkml:brushProperty name="width" value="0.05" units="cm"/>
      <inkml:brushProperty name="height" value="0.05" units="cm"/>
      <inkml:brushProperty name="color" value="#E71224"/>
    </inkml:brush>
  </inkml:definitions>
  <inkml:trace contextRef="#ctx0" brushRef="#br0">769 154 24575,'-10'0'0,"1"0"0,0 1 0,0-2 0,0 0 0,1 0 0,-1 0 0,0-1 0,-10-4 0,-2-1 0,-1 0 0,-31-5 0,19 4 0,21 4 0,1 1 0,-23-2 0,-5 4 0,-51 3 0,87-2 0,-1 1 0,0 0 0,1 0 0,-1 0 0,1 0 0,0 1 0,-1 0 0,1 0 0,0 0 0,0 0 0,0 1 0,0-1 0,-4 5 0,3-1 0,0-1 0,0 1 0,0 1 0,1-1 0,0 1 0,0-1 0,-3 9 0,-4 6 0,-23 34 0,6-5 0,13-21 0,9-16 0,0 1 0,-8 26 0,1 1 0,-8 23 0,-3 10 0,16-56 0,0 1 0,2-1 0,0 1 0,1 0 0,-3 27 0,6-33 0,0 1 0,-1-1 0,0 0 0,-10 25 0,9-27 0,0 1 0,1 0 0,1 0 0,0 0 0,0 17 0,3 64 0,1-36 0,-3-21 0,0-21 0,0-1 0,2 1 0,-1-1 0,2 0 0,5 26 0,-6-37 0,0-1 0,0 0 0,0 0 0,0 0 0,0 0 0,1 0 0,-1-1 0,0 1 0,1 0 0,-1 0 0,1-1 0,0 1 0,0-1 0,3 2 0,1 1 0,1-1 0,-1 0 0,10 2 0,-10-3 0,0 0 0,0 1 0,0-1 0,11 7 0,4 9 0,-17-14 0,0 0 0,1-1 0,-1 1 0,1-1 0,0 0 0,0 0 0,7 2 0,-4-1 0,0-1 0,-1 2 0,1-1 0,10 9 0,-10-7 0,-1-1 0,2 0 0,11 6 0,1-2 0,-4-3 0,0 1 0,30 18 0,-44-22 0,1 1 0,0-1 0,-1 0 0,5 6 0,-6-5 0,1-1 0,0 0 0,0 0 0,1 0 0,-1 0 0,7 4 0,-2-3 0,0-1 0,0 0 0,0 0 0,1-1 0,-1 0 0,1-1 0,16 2 0,-3-2 0,43-5 0,14-8 0,138-41 0,-134 30 0,104-16 0,-140 32 0,-2-2 0,1-2 0,-1-2 0,44-20 0,-75 28 0,1 0 0,-1 1 0,1 1 0,0 0 0,23-1 0,79 5 0,-51 1 0,-8-1 0,71-3 0,-124 2 0,1-1 0,-1 0 0,0 0 0,1-1 0,-1 1 0,0-1 0,0-1 0,0 1 0,0 0 0,4-4 0,-6 4 0,-1 0 0,1 0 0,-1 0 0,0-1 0,0 1 0,0-1 0,0 1 0,0-1 0,0 0 0,-1 0 0,1 1 0,-1-1 0,0 0 0,0 0 0,0-1 0,0 1 0,0-6 0,2-32 0,-5-53 0,0 23 0,2 60 0,-1 0 0,-1 0 0,1 0 0,-2 1 0,1-1 0,-5-9 0,4 12 0,0 0 0,-1 1 0,0 0 0,0 0 0,0 0 0,-1 0 0,0 1 0,-9-10 0,8 11 0,1-2 0,0 1 0,0 0 0,-5-9 0,-14-19 0,12 21 0,-16-28 0,-6-6 0,21 31 0,2-1 0,-19-33 0,26 43 0,-1 0 0,0 0 0,-1 0 0,-6-6 0,-16-20 0,21 23 0,-1 0 0,0 1 0,-1-1 0,0 2 0,0-1 0,-14-8 0,-5-2 0,-32-15 0,-7-10 0,24 14 0,6 2 0,28 20 0,-1 1 0,0 0 0,-13-7 0,13 9 0,0-1 0,0 0 0,0 0 0,1-1 0,0 0 0,-12-13 0,15 15 0,0 0 0,0 1 0,0-1 0,-1 1 0,-9-4 0,-21-15 0,-66-45 0,69 46 0,29 19 0,-1 1 0,0-1 0,1 1 0,-1 0 0,-1 0 0,1 0 0,0 1 0,0 0 0,-7 0 0,-10 0 0,-27 2 0,15 1 0,14 0-273,1 0 0,-1 1 0,1 2 0,-29 9 0,33-9-6553</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2T05:54:19.033"/>
    </inkml:context>
    <inkml:brush xml:id="br0">
      <inkml:brushProperty name="width" value="0.05" units="cm"/>
      <inkml:brushProperty name="height" value="0.05" units="cm"/>
      <inkml:brushProperty name="color" value="#E71224"/>
    </inkml:brush>
  </inkml:definitions>
  <inkml:trace contextRef="#ctx0" brushRef="#br0">0 0 24575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7:30:40.488"/>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7:30:41.577"/>
    </inkml:context>
    <inkml:brush xml:id="br0">
      <inkml:brushProperty name="width" value="0.05" units="cm"/>
      <inkml:brushProperty name="height" value="0.05" units="cm"/>
      <inkml:brushProperty name="color" value="#E71224"/>
    </inkml:brush>
  </inkml:definitions>
  <inkml:trace contextRef="#ctx0" brushRef="#br0">1 3 24575,'3'0'0,"1"-3"0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7:19:27.162"/>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7:25:10.242"/>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7:33:56.080"/>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7:56:10.667"/>
    </inkml:context>
    <inkml:brush xml:id="br0">
      <inkml:brushProperty name="width" value="0.05" units="cm"/>
      <inkml:brushProperty name="height" value="0.05" units="cm"/>
      <inkml:brushProperty name="color" value="#E71224"/>
    </inkml:brush>
  </inkml:definitions>
  <inkml:trace contextRef="#ctx0" brushRef="#br0">157 1 24575,'-3'3'0,"-4"2"0,-1 2 0,-3 1 0,-2 1 0,1 0-8191</inkml:trace>
  <inkml:trace contextRef="#ctx0" brushRef="#br0" timeOffset="1">7 76 24575,'0'3'0,"-3"1"0,-1 4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7:57:12.593"/>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1T07:57:37.676"/>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CD7FEF8-3A2E-4FA3-BC19-61719D098BA0}" type="datetimeFigureOut">
              <a:rPr lang="en-IN" smtClean="0"/>
              <a:t>27-02-2023</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0A21CCF-6FEA-4CAD-B604-3BB07EC3A2A7}"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96090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FEF8-3A2E-4FA3-BC19-61719D098BA0}" type="datetimeFigureOut">
              <a:rPr lang="en-IN" smtClean="0"/>
              <a:t>27-02-2023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A21CCF-6FEA-4CAD-B604-3BB07EC3A2A7}"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13790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D7FEF8-3A2E-4FA3-BC19-61719D098BA0}" type="datetimeFigureOut">
              <a:rPr lang="en-IN" smtClean="0"/>
              <a:t>27-02-2023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A21CCF-6FEA-4CAD-B604-3BB07EC3A2A7}"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98806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D7FEF8-3A2E-4FA3-BC19-61719D098BA0}" type="datetimeFigureOut">
              <a:rPr lang="en-IN" smtClean="0"/>
              <a:t>27-02-2023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A21CCF-6FEA-4CAD-B604-3BB07EC3A2A7}"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0958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D7FEF8-3A2E-4FA3-BC19-61719D098BA0}" type="datetimeFigureOut">
              <a:rPr lang="en-IN" smtClean="0"/>
              <a:t>27-02-2023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A21CCF-6FEA-4CAD-B604-3BB07EC3A2A7}"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12782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D7FEF8-3A2E-4FA3-BC19-61719D098BA0}" type="datetimeFigureOut">
              <a:rPr lang="en-IN" smtClean="0"/>
              <a:t>27-02-2023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A21CCF-6FEA-4CAD-B604-3BB07EC3A2A7}"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6679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D7FEF8-3A2E-4FA3-BC19-61719D098BA0}" type="datetimeFigureOut">
              <a:rPr lang="en-IN" smtClean="0"/>
              <a:t>27-02-2023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A21CCF-6FEA-4CAD-B604-3BB07EC3A2A7}" type="slidenum">
              <a:rPr lang="en-IN" smtClean="0"/>
              <a:t>‹#›</a:t>
            </a:fld>
            <a:endParaRPr lang="en-IN"/>
          </a:p>
        </p:txBody>
      </p:sp>
    </p:spTree>
    <p:extLst>
      <p:ext uri="{BB962C8B-B14F-4D97-AF65-F5344CB8AC3E}">
        <p14:creationId xmlns:p14="http://schemas.microsoft.com/office/powerpoint/2010/main" val="671645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D7FEF8-3A2E-4FA3-BC19-61719D098BA0}" type="datetimeFigureOut">
              <a:rPr lang="en-IN" smtClean="0"/>
              <a:t>27-02-2023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A21CCF-6FEA-4CAD-B604-3BB07EC3A2A7}"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94871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CD7FEF8-3A2E-4FA3-BC19-61719D098BA0}" type="datetimeFigureOut">
              <a:rPr lang="en-IN" smtClean="0"/>
              <a:t>27-02-2023</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50A21CCF-6FEA-4CAD-B604-3BB07EC3A2A7}"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2999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FEF8-3A2E-4FA3-BC19-61719D098BA0}" type="datetimeFigureOut">
              <a:rPr lang="en-IN" smtClean="0"/>
              <a:t>27-02-2023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A21CCF-6FEA-4CAD-B604-3BB07EC3A2A7}"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09000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FEF8-3A2E-4FA3-BC19-61719D098BA0}" type="datetimeFigureOut">
              <a:rPr lang="en-IN" smtClean="0"/>
              <a:t>27-02-2023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A21CCF-6FEA-4CAD-B604-3BB07EC3A2A7}"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593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CD7FEF8-3A2E-4FA3-BC19-61719D098BA0}" type="datetimeFigureOut">
              <a:rPr lang="en-IN" smtClean="0"/>
              <a:t>27-02-2023</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0A21CCF-6FEA-4CAD-B604-3BB07EC3A2A7}"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1403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customXml" Target="../ink/ink6.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customXml" Target="../ink/ink10.xml"/><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9.xml"/><Relationship Id="rId5" Type="http://schemas.openxmlformats.org/officeDocument/2006/relationships/image" Target="../media/image8.png"/><Relationship Id="rId4" Type="http://schemas.openxmlformats.org/officeDocument/2006/relationships/customXml" Target="../ink/ink8.xml"/><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13" Type="http://schemas.openxmlformats.org/officeDocument/2006/relationships/customXml" Target="../ink/ink17.xml"/><Relationship Id="rId18" Type="http://schemas.openxmlformats.org/officeDocument/2006/relationships/image" Target="../media/image17.png"/><Relationship Id="rId26" Type="http://schemas.openxmlformats.org/officeDocument/2006/relationships/image" Target="../media/image21.png"/><Relationship Id="rId3" Type="http://schemas.openxmlformats.org/officeDocument/2006/relationships/customXml" Target="../ink/ink11.xml"/><Relationship Id="rId21" Type="http://schemas.openxmlformats.org/officeDocument/2006/relationships/customXml" Target="../ink/ink21.xml"/><Relationship Id="rId34" Type="http://schemas.openxmlformats.org/officeDocument/2006/relationships/image" Target="../media/image25.png"/><Relationship Id="rId7" Type="http://schemas.openxmlformats.org/officeDocument/2006/relationships/customXml" Target="../ink/ink13.xml"/><Relationship Id="rId12" Type="http://schemas.openxmlformats.org/officeDocument/2006/relationships/customXml" Target="../ink/ink16.xml"/><Relationship Id="rId17" Type="http://schemas.openxmlformats.org/officeDocument/2006/relationships/customXml" Target="../ink/ink19.xml"/><Relationship Id="rId25" Type="http://schemas.openxmlformats.org/officeDocument/2006/relationships/customXml" Target="../ink/ink23.xml"/><Relationship Id="rId33" Type="http://schemas.openxmlformats.org/officeDocument/2006/relationships/customXml" Target="../ink/ink27.xml"/><Relationship Id="rId2" Type="http://schemas.openxmlformats.org/officeDocument/2006/relationships/image" Target="../media/image11.png"/><Relationship Id="rId16" Type="http://schemas.openxmlformats.org/officeDocument/2006/relationships/image" Target="../media/image16.png"/><Relationship Id="rId20" Type="http://schemas.openxmlformats.org/officeDocument/2006/relationships/image" Target="../media/image18.png"/><Relationship Id="rId29" Type="http://schemas.openxmlformats.org/officeDocument/2006/relationships/customXml" Target="../ink/ink25.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4.png"/><Relationship Id="rId24" Type="http://schemas.openxmlformats.org/officeDocument/2006/relationships/image" Target="../media/image20.png"/><Relationship Id="rId32" Type="http://schemas.openxmlformats.org/officeDocument/2006/relationships/image" Target="../media/image24.png"/><Relationship Id="rId5" Type="http://schemas.openxmlformats.org/officeDocument/2006/relationships/customXml" Target="../ink/ink12.xml"/><Relationship Id="rId15" Type="http://schemas.openxmlformats.org/officeDocument/2006/relationships/customXml" Target="../ink/ink18.xml"/><Relationship Id="rId23" Type="http://schemas.openxmlformats.org/officeDocument/2006/relationships/customXml" Target="../ink/ink22.xml"/><Relationship Id="rId28" Type="http://schemas.openxmlformats.org/officeDocument/2006/relationships/image" Target="../media/image22.png"/><Relationship Id="rId10" Type="http://schemas.openxmlformats.org/officeDocument/2006/relationships/customXml" Target="../ink/ink15.xml"/><Relationship Id="rId19" Type="http://schemas.openxmlformats.org/officeDocument/2006/relationships/customXml" Target="../ink/ink20.xml"/><Relationship Id="rId31" Type="http://schemas.openxmlformats.org/officeDocument/2006/relationships/customXml" Target="../ink/ink26.xml"/><Relationship Id="rId4" Type="http://schemas.openxmlformats.org/officeDocument/2006/relationships/image" Target="../media/image12.png"/><Relationship Id="rId9" Type="http://schemas.openxmlformats.org/officeDocument/2006/relationships/customXml" Target="../ink/ink14.xml"/><Relationship Id="rId14" Type="http://schemas.openxmlformats.org/officeDocument/2006/relationships/image" Target="../media/image15.png"/><Relationship Id="rId22" Type="http://schemas.openxmlformats.org/officeDocument/2006/relationships/image" Target="../media/image19.png"/><Relationship Id="rId27" Type="http://schemas.openxmlformats.org/officeDocument/2006/relationships/customXml" Target="../ink/ink24.xml"/><Relationship Id="rId30" Type="http://schemas.openxmlformats.org/officeDocument/2006/relationships/image" Target="../media/image23.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28.xml"/><Relationship Id="rId7" Type="http://schemas.openxmlformats.org/officeDocument/2006/relationships/customXml" Target="../ink/ink30.xml"/><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customXml" Target="../ink/ink29.xml"/><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3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3" Type="http://schemas.openxmlformats.org/officeDocument/2006/relationships/image" Target="../media/image110.png"/><Relationship Id="rId18" Type="http://schemas.openxmlformats.org/officeDocument/2006/relationships/customXml" Target="../ink/ink41.xml"/><Relationship Id="rId26" Type="http://schemas.openxmlformats.org/officeDocument/2006/relationships/image" Target="../media/image170.png"/><Relationship Id="rId39" Type="http://schemas.openxmlformats.org/officeDocument/2006/relationships/image" Target="../media/image220.png"/><Relationship Id="rId21" Type="http://schemas.openxmlformats.org/officeDocument/2006/relationships/customXml" Target="../ink/ink43.xml"/><Relationship Id="rId34" Type="http://schemas.openxmlformats.org/officeDocument/2006/relationships/customXml" Target="../ink/ink51.xml"/><Relationship Id="rId42" Type="http://schemas.openxmlformats.org/officeDocument/2006/relationships/customXml" Target="../ink/ink55.xml"/><Relationship Id="rId47" Type="http://schemas.openxmlformats.org/officeDocument/2006/relationships/customXml" Target="../ink/ink58.xml"/><Relationship Id="rId7" Type="http://schemas.openxmlformats.org/officeDocument/2006/relationships/image" Target="../media/image90.png"/><Relationship Id="rId2" Type="http://schemas.openxmlformats.org/officeDocument/2006/relationships/customXml" Target="../ink/ink32.xml"/><Relationship Id="rId16" Type="http://schemas.openxmlformats.org/officeDocument/2006/relationships/customXml" Target="../ink/ink40.xml"/><Relationship Id="rId29" Type="http://schemas.openxmlformats.org/officeDocument/2006/relationships/image" Target="../media/image180.png"/><Relationship Id="rId1" Type="http://schemas.openxmlformats.org/officeDocument/2006/relationships/slideLayout" Target="../slideLayouts/slideLayout2.xml"/><Relationship Id="rId6" Type="http://schemas.openxmlformats.org/officeDocument/2006/relationships/customXml" Target="../ink/ink34.xml"/><Relationship Id="rId11" Type="http://schemas.openxmlformats.org/officeDocument/2006/relationships/customXml" Target="../ink/ink37.xml"/><Relationship Id="rId24" Type="http://schemas.openxmlformats.org/officeDocument/2006/relationships/image" Target="../media/image160.png"/><Relationship Id="rId32" Type="http://schemas.openxmlformats.org/officeDocument/2006/relationships/customXml" Target="../ink/ink49.xml"/><Relationship Id="rId37" Type="http://schemas.openxmlformats.org/officeDocument/2006/relationships/image" Target="../media/image210.png"/><Relationship Id="rId40" Type="http://schemas.openxmlformats.org/officeDocument/2006/relationships/customXml" Target="../ink/ink54.xml"/><Relationship Id="rId45" Type="http://schemas.openxmlformats.org/officeDocument/2006/relationships/image" Target="../media/image250.png"/><Relationship Id="rId5" Type="http://schemas.openxmlformats.org/officeDocument/2006/relationships/image" Target="../media/image70.png"/><Relationship Id="rId15" Type="http://schemas.openxmlformats.org/officeDocument/2006/relationships/image" Target="../media/image120.png"/><Relationship Id="rId23" Type="http://schemas.openxmlformats.org/officeDocument/2006/relationships/customXml" Target="../ink/ink44.xml"/><Relationship Id="rId28" Type="http://schemas.openxmlformats.org/officeDocument/2006/relationships/customXml" Target="../ink/ink47.xml"/><Relationship Id="rId36" Type="http://schemas.openxmlformats.org/officeDocument/2006/relationships/customXml" Target="../ink/ink52.xml"/><Relationship Id="rId10" Type="http://schemas.openxmlformats.org/officeDocument/2006/relationships/image" Target="../media/image100.png"/><Relationship Id="rId19" Type="http://schemas.openxmlformats.org/officeDocument/2006/relationships/image" Target="../media/image140.png"/><Relationship Id="rId31" Type="http://schemas.openxmlformats.org/officeDocument/2006/relationships/image" Target="../media/image190.png"/><Relationship Id="rId44" Type="http://schemas.openxmlformats.org/officeDocument/2006/relationships/customXml" Target="../ink/ink56.xml"/><Relationship Id="rId4" Type="http://schemas.openxmlformats.org/officeDocument/2006/relationships/customXml" Target="../ink/ink33.xml"/><Relationship Id="rId9" Type="http://schemas.openxmlformats.org/officeDocument/2006/relationships/customXml" Target="../ink/ink36.xml"/><Relationship Id="rId14" Type="http://schemas.openxmlformats.org/officeDocument/2006/relationships/customXml" Target="../ink/ink39.xml"/><Relationship Id="rId22" Type="http://schemas.openxmlformats.org/officeDocument/2006/relationships/image" Target="../media/image150.png"/><Relationship Id="rId27" Type="http://schemas.openxmlformats.org/officeDocument/2006/relationships/customXml" Target="../ink/ink46.xml"/><Relationship Id="rId30" Type="http://schemas.openxmlformats.org/officeDocument/2006/relationships/customXml" Target="../ink/ink48.xml"/><Relationship Id="rId35" Type="http://schemas.openxmlformats.org/officeDocument/2006/relationships/image" Target="../media/image200.png"/><Relationship Id="rId43" Type="http://schemas.openxmlformats.org/officeDocument/2006/relationships/image" Target="../media/image240.png"/><Relationship Id="rId48" Type="http://schemas.openxmlformats.org/officeDocument/2006/relationships/image" Target="../media/image260.png"/><Relationship Id="rId8" Type="http://schemas.openxmlformats.org/officeDocument/2006/relationships/customXml" Target="../ink/ink35.xml"/><Relationship Id="rId3" Type="http://schemas.openxmlformats.org/officeDocument/2006/relationships/image" Target="../media/image80.png"/><Relationship Id="rId12" Type="http://schemas.openxmlformats.org/officeDocument/2006/relationships/customXml" Target="../ink/ink38.xml"/><Relationship Id="rId17" Type="http://schemas.openxmlformats.org/officeDocument/2006/relationships/image" Target="../media/image130.png"/><Relationship Id="rId25" Type="http://schemas.openxmlformats.org/officeDocument/2006/relationships/customXml" Target="../ink/ink45.xml"/><Relationship Id="rId33" Type="http://schemas.openxmlformats.org/officeDocument/2006/relationships/customXml" Target="../ink/ink50.xml"/><Relationship Id="rId38" Type="http://schemas.openxmlformats.org/officeDocument/2006/relationships/customXml" Target="../ink/ink53.xml"/><Relationship Id="rId46" Type="http://schemas.openxmlformats.org/officeDocument/2006/relationships/customXml" Target="../ink/ink57.xml"/><Relationship Id="rId20" Type="http://schemas.openxmlformats.org/officeDocument/2006/relationships/customXml" Target="../ink/ink42.xml"/><Relationship Id="rId41" Type="http://schemas.openxmlformats.org/officeDocument/2006/relationships/image" Target="../media/image230.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5.png"/><Relationship Id="rId2" Type="http://schemas.openxmlformats.org/officeDocument/2006/relationships/customXml" Target="../ink/ink59.xml"/><Relationship Id="rId1" Type="http://schemas.openxmlformats.org/officeDocument/2006/relationships/slideLayout" Target="../slideLayouts/slideLayout2.xml"/><Relationship Id="rId6" Type="http://schemas.openxmlformats.org/officeDocument/2006/relationships/customXml" Target="../ink/ink61.xml"/><Relationship Id="rId5" Type="http://schemas.openxmlformats.org/officeDocument/2006/relationships/image" Target="../media/image31.png"/><Relationship Id="rId4" Type="http://schemas.openxmlformats.org/officeDocument/2006/relationships/customXml" Target="../ink/ink6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62.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customXml" Target="../ink/ink63.xml"/></Relationships>
</file>

<file path=ppt/slides/_rels/slide1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customXml" Target="../ink/ink6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66.xml"/><Relationship Id="rId4" Type="http://schemas.openxmlformats.org/officeDocument/2006/relationships/customXml" Target="../ink/ink6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6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6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6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hyperlink" Target="https://www.programiz.com/python-programming/function"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programiz.com/python-programming/function"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69487-ABAA-407D-A007-16351F61AFAA}"/>
              </a:ext>
            </a:extLst>
          </p:cNvPr>
          <p:cNvSpPr>
            <a:spLocks noGrp="1"/>
          </p:cNvSpPr>
          <p:nvPr>
            <p:ph type="ctrTitle"/>
          </p:nvPr>
        </p:nvSpPr>
        <p:spPr/>
        <p:txBody>
          <a:bodyPr/>
          <a:lstStyle/>
          <a:p>
            <a:r>
              <a:rPr lang="en-IN" dirty="0"/>
              <a:t>Python file</a:t>
            </a:r>
          </a:p>
        </p:txBody>
      </p:sp>
      <p:sp>
        <p:nvSpPr>
          <p:cNvPr id="3" name="Subtitle 2">
            <a:extLst>
              <a:ext uri="{FF2B5EF4-FFF2-40B4-BE49-F238E27FC236}">
                <a16:creationId xmlns:a16="http://schemas.microsoft.com/office/drawing/2014/main" id="{BF8CEFC4-343F-403F-B0C9-4BEA34CF67F4}"/>
              </a:ext>
            </a:extLst>
          </p:cNvPr>
          <p:cNvSpPr>
            <a:spLocks noGrp="1"/>
          </p:cNvSpPr>
          <p:nvPr>
            <p:ph type="subTitle" idx="1"/>
          </p:nvPr>
        </p:nvSpPr>
        <p:spPr/>
        <p:txBody>
          <a:bodyPr/>
          <a:lstStyle/>
          <a:p>
            <a:r>
              <a:rPr lang="en-IN" dirty="0"/>
              <a:t>Unit 3</a:t>
            </a:r>
          </a:p>
        </p:txBody>
      </p:sp>
    </p:spTree>
    <p:extLst>
      <p:ext uri="{BB962C8B-B14F-4D97-AF65-F5344CB8AC3E}">
        <p14:creationId xmlns:p14="http://schemas.microsoft.com/office/powerpoint/2010/main" val="2114675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85D61-3ABC-4B86-BA2B-5348A1D98E6A}"/>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93A2A7EB-F624-4A75-839E-BF0C8AB3A57B}"/>
              </a:ext>
            </a:extLst>
          </p:cNvPr>
          <p:cNvSpPr>
            <a:spLocks noGrp="1"/>
          </p:cNvSpPr>
          <p:nvPr>
            <p:ph idx="1"/>
          </p:nvPr>
        </p:nvSpPr>
        <p:spPr>
          <a:xfrm>
            <a:off x="848139" y="2015732"/>
            <a:ext cx="10206715" cy="4199538"/>
          </a:xfrm>
        </p:spPr>
        <p:txBody>
          <a:bodyPr>
            <a:normAutofit fontScale="92500" lnSpcReduction="10000"/>
          </a:bodyPr>
          <a:lstStyle/>
          <a:p>
            <a:pPr algn="l"/>
            <a:r>
              <a:rPr lang="en-IN" b="0" i="0" dirty="0">
                <a:effectLst/>
                <a:latin typeface="euclid_circular_a"/>
              </a:rPr>
              <a:t>Files are named locations on disk to store related information. They are used to permanently store data in a non-volatile memory (e.g. hard disk).</a:t>
            </a:r>
          </a:p>
          <a:p>
            <a:pPr algn="l"/>
            <a:r>
              <a:rPr lang="en-IN" b="0" i="0" dirty="0">
                <a:effectLst/>
                <a:latin typeface="euclid_circular_a"/>
              </a:rPr>
              <a:t>Since Random Access Memory (RAM) is volatile (which loses its data when the computer is turned off), we use files for future use of the data by permanently storing them.</a:t>
            </a:r>
          </a:p>
          <a:p>
            <a:pPr algn="l"/>
            <a:r>
              <a:rPr lang="en-IN" b="0" i="0" dirty="0">
                <a:effectLst/>
                <a:latin typeface="euclid_circular_a"/>
              </a:rPr>
              <a:t>When we want to read from or write to a file, we need to open it first. When we are done, it needs to be closed so that the resources that are tied with the file are freed.</a:t>
            </a:r>
          </a:p>
          <a:p>
            <a:pPr algn="l"/>
            <a:r>
              <a:rPr lang="en-IN" b="0" i="0" dirty="0">
                <a:effectLst/>
                <a:latin typeface="euclid_circular_a"/>
              </a:rPr>
              <a:t>Hence, in Python, a file operation takes place in the following order:</a:t>
            </a:r>
          </a:p>
          <a:p>
            <a:pPr algn="l">
              <a:buFont typeface="+mj-lt"/>
              <a:buAutoNum type="arabicPeriod"/>
            </a:pPr>
            <a:r>
              <a:rPr lang="en-IN" b="0" i="0" dirty="0">
                <a:effectLst/>
                <a:latin typeface="euclid_circular_a"/>
              </a:rPr>
              <a:t>Open a file</a:t>
            </a:r>
          </a:p>
          <a:p>
            <a:pPr algn="l">
              <a:buFont typeface="+mj-lt"/>
              <a:buAutoNum type="arabicPeriod"/>
            </a:pPr>
            <a:r>
              <a:rPr lang="en-IN" b="0" i="0" dirty="0">
                <a:effectLst/>
                <a:latin typeface="euclid_circular_a"/>
              </a:rPr>
              <a:t>Read or write (perform operation)</a:t>
            </a:r>
          </a:p>
          <a:p>
            <a:pPr algn="l">
              <a:buFont typeface="+mj-lt"/>
              <a:buAutoNum type="arabicPeriod"/>
            </a:pPr>
            <a:r>
              <a:rPr lang="en-IN" b="0" i="0" dirty="0">
                <a:effectLst/>
                <a:latin typeface="euclid_circular_a"/>
              </a:rPr>
              <a:t>Close the file</a:t>
            </a:r>
          </a:p>
          <a:p>
            <a:endParaRPr lang="en-IN" dirty="0"/>
          </a:p>
        </p:txBody>
      </p:sp>
      <p:grpSp>
        <p:nvGrpSpPr>
          <p:cNvPr id="6" name="Group 5">
            <a:extLst>
              <a:ext uri="{FF2B5EF4-FFF2-40B4-BE49-F238E27FC236}">
                <a16:creationId xmlns:a16="http://schemas.microsoft.com/office/drawing/2014/main" id="{44019508-C077-E9ED-F323-463AF2BCCEE1}"/>
              </a:ext>
            </a:extLst>
          </p:cNvPr>
          <p:cNvGrpSpPr/>
          <p:nvPr/>
        </p:nvGrpSpPr>
        <p:grpSpPr>
          <a:xfrm>
            <a:off x="598204" y="4930878"/>
            <a:ext cx="366840" cy="590400"/>
            <a:chOff x="598204" y="4930878"/>
            <a:chExt cx="366840" cy="59040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5F0F628-90F2-0551-7CBA-A17191AEBD21}"/>
                    </a:ext>
                  </a:extLst>
                </p14:cNvPr>
                <p14:cNvContentPartPr/>
                <p14:nvPr/>
              </p14:nvContentPartPr>
              <p14:xfrm>
                <a:off x="598204" y="4930878"/>
                <a:ext cx="356040" cy="201240"/>
              </p14:xfrm>
            </p:contentPart>
          </mc:Choice>
          <mc:Fallback xmlns="">
            <p:pic>
              <p:nvPicPr>
                <p:cNvPr id="4" name="Ink 3">
                  <a:extLst>
                    <a:ext uri="{FF2B5EF4-FFF2-40B4-BE49-F238E27FC236}">
                      <a16:creationId xmlns:a16="http://schemas.microsoft.com/office/drawing/2014/main" id="{85F0F628-90F2-0551-7CBA-A17191AEBD21}"/>
                    </a:ext>
                  </a:extLst>
                </p:cNvPr>
                <p:cNvPicPr/>
                <p:nvPr/>
              </p:nvPicPr>
              <p:blipFill>
                <a:blip r:embed="rId3"/>
                <a:stretch>
                  <a:fillRect/>
                </a:stretch>
              </p:blipFill>
              <p:spPr>
                <a:xfrm>
                  <a:off x="589564" y="4921878"/>
                  <a:ext cx="37368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155AA65-1A4D-7717-009E-DDD110E4132D}"/>
                    </a:ext>
                  </a:extLst>
                </p14:cNvPr>
                <p14:cNvContentPartPr/>
                <p14:nvPr/>
              </p14:nvContentPartPr>
              <p14:xfrm>
                <a:off x="672004" y="5246598"/>
                <a:ext cx="293040" cy="274680"/>
              </p14:xfrm>
            </p:contentPart>
          </mc:Choice>
          <mc:Fallback xmlns="">
            <p:pic>
              <p:nvPicPr>
                <p:cNvPr id="5" name="Ink 4">
                  <a:extLst>
                    <a:ext uri="{FF2B5EF4-FFF2-40B4-BE49-F238E27FC236}">
                      <a16:creationId xmlns:a16="http://schemas.microsoft.com/office/drawing/2014/main" id="{0155AA65-1A4D-7717-009E-DDD110E4132D}"/>
                    </a:ext>
                  </a:extLst>
                </p:cNvPr>
                <p:cNvPicPr/>
                <p:nvPr/>
              </p:nvPicPr>
              <p:blipFill>
                <a:blip r:embed="rId5"/>
                <a:stretch>
                  <a:fillRect/>
                </a:stretch>
              </p:blipFill>
              <p:spPr>
                <a:xfrm>
                  <a:off x="663364" y="5237598"/>
                  <a:ext cx="310680" cy="292320"/>
                </a:xfrm>
                <a:prstGeom prst="rect">
                  <a:avLst/>
                </a:prstGeom>
              </p:spPr>
            </p:pic>
          </mc:Fallback>
        </mc:AlternateContent>
      </p:grpSp>
      <p:grpSp>
        <p:nvGrpSpPr>
          <p:cNvPr id="9" name="Group 8">
            <a:extLst>
              <a:ext uri="{FF2B5EF4-FFF2-40B4-BE49-F238E27FC236}">
                <a16:creationId xmlns:a16="http://schemas.microsoft.com/office/drawing/2014/main" id="{E5928FF6-6ED9-6CDF-F259-01317A6F19AB}"/>
              </a:ext>
            </a:extLst>
          </p:cNvPr>
          <p:cNvGrpSpPr/>
          <p:nvPr/>
        </p:nvGrpSpPr>
        <p:grpSpPr>
          <a:xfrm>
            <a:off x="739684" y="5687958"/>
            <a:ext cx="242280" cy="208080"/>
            <a:chOff x="739684" y="5687958"/>
            <a:chExt cx="242280" cy="20808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521C432-1475-1D23-F940-12731DF40A29}"/>
                    </a:ext>
                  </a:extLst>
                </p14:cNvPr>
                <p14:cNvContentPartPr/>
                <p14:nvPr/>
              </p14:nvContentPartPr>
              <p14:xfrm>
                <a:off x="739684" y="5691918"/>
                <a:ext cx="240840" cy="204120"/>
              </p14:xfrm>
            </p:contentPart>
          </mc:Choice>
          <mc:Fallback xmlns="">
            <p:pic>
              <p:nvPicPr>
                <p:cNvPr id="7" name="Ink 6">
                  <a:extLst>
                    <a:ext uri="{FF2B5EF4-FFF2-40B4-BE49-F238E27FC236}">
                      <a16:creationId xmlns:a16="http://schemas.microsoft.com/office/drawing/2014/main" id="{4521C432-1475-1D23-F940-12731DF40A29}"/>
                    </a:ext>
                  </a:extLst>
                </p:cNvPr>
                <p:cNvPicPr/>
                <p:nvPr/>
              </p:nvPicPr>
              <p:blipFill>
                <a:blip r:embed="rId7"/>
                <a:stretch>
                  <a:fillRect/>
                </a:stretch>
              </p:blipFill>
              <p:spPr>
                <a:xfrm>
                  <a:off x="730684" y="5682918"/>
                  <a:ext cx="25848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C36533F7-4380-E46D-8C29-11B5A066C486}"/>
                    </a:ext>
                  </a:extLst>
                </p14:cNvPr>
                <p14:cNvContentPartPr/>
                <p14:nvPr/>
              </p14:nvContentPartPr>
              <p14:xfrm>
                <a:off x="981604" y="5687958"/>
                <a:ext cx="360" cy="360"/>
              </p14:xfrm>
            </p:contentPart>
          </mc:Choice>
          <mc:Fallback xmlns="">
            <p:pic>
              <p:nvPicPr>
                <p:cNvPr id="8" name="Ink 7">
                  <a:extLst>
                    <a:ext uri="{FF2B5EF4-FFF2-40B4-BE49-F238E27FC236}">
                      <a16:creationId xmlns:a16="http://schemas.microsoft.com/office/drawing/2014/main" id="{C36533F7-4380-E46D-8C29-11B5A066C486}"/>
                    </a:ext>
                  </a:extLst>
                </p:cNvPr>
                <p:cNvPicPr/>
                <p:nvPr/>
              </p:nvPicPr>
              <p:blipFill>
                <a:blip r:embed="rId9"/>
                <a:stretch>
                  <a:fillRect/>
                </a:stretch>
              </p:blipFill>
              <p:spPr>
                <a:xfrm>
                  <a:off x="972604" y="5678958"/>
                  <a:ext cx="18000" cy="18000"/>
                </a:xfrm>
                <a:prstGeom prst="rect">
                  <a:avLst/>
                </a:prstGeom>
              </p:spPr>
            </p:pic>
          </mc:Fallback>
        </mc:AlternateContent>
      </p:grpSp>
      <p:grpSp>
        <p:nvGrpSpPr>
          <p:cNvPr id="12" name="Group 11">
            <a:extLst>
              <a:ext uri="{FF2B5EF4-FFF2-40B4-BE49-F238E27FC236}">
                <a16:creationId xmlns:a16="http://schemas.microsoft.com/office/drawing/2014/main" id="{3F536BE0-27D1-BBF9-8EC3-66FB9CFC91F9}"/>
              </a:ext>
            </a:extLst>
          </p:cNvPr>
          <p:cNvGrpSpPr/>
          <p:nvPr/>
        </p:nvGrpSpPr>
        <p:grpSpPr>
          <a:xfrm>
            <a:off x="3059164" y="4611918"/>
            <a:ext cx="1277640" cy="35280"/>
            <a:chOff x="3059164" y="4611918"/>
            <a:chExt cx="1277640" cy="35280"/>
          </a:xfrm>
        </p:grpSpPr>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2C75350C-2E28-6A3A-8DF3-CB936B399CDB}"/>
                    </a:ext>
                  </a:extLst>
                </p14:cNvPr>
                <p14:cNvContentPartPr/>
                <p14:nvPr/>
              </p14:nvContentPartPr>
              <p14:xfrm>
                <a:off x="3059164" y="4616238"/>
                <a:ext cx="1265040" cy="30960"/>
              </p14:xfrm>
            </p:contentPart>
          </mc:Choice>
          <mc:Fallback xmlns="">
            <p:pic>
              <p:nvPicPr>
                <p:cNvPr id="10" name="Ink 9">
                  <a:extLst>
                    <a:ext uri="{FF2B5EF4-FFF2-40B4-BE49-F238E27FC236}">
                      <a16:creationId xmlns:a16="http://schemas.microsoft.com/office/drawing/2014/main" id="{2C75350C-2E28-6A3A-8DF3-CB936B399CDB}"/>
                    </a:ext>
                  </a:extLst>
                </p:cNvPr>
                <p:cNvPicPr/>
                <p:nvPr/>
              </p:nvPicPr>
              <p:blipFill>
                <a:blip r:embed="rId11"/>
                <a:stretch>
                  <a:fillRect/>
                </a:stretch>
              </p:blipFill>
              <p:spPr>
                <a:xfrm>
                  <a:off x="3050524" y="4607238"/>
                  <a:ext cx="128268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45FD8527-BD00-5843-65AD-ECD3A4CFC676}"/>
                    </a:ext>
                  </a:extLst>
                </p14:cNvPr>
                <p14:cNvContentPartPr/>
                <p14:nvPr/>
              </p14:nvContentPartPr>
              <p14:xfrm>
                <a:off x="4336444" y="4611918"/>
                <a:ext cx="360" cy="360"/>
              </p14:xfrm>
            </p:contentPart>
          </mc:Choice>
          <mc:Fallback xmlns="">
            <p:pic>
              <p:nvPicPr>
                <p:cNvPr id="11" name="Ink 10">
                  <a:extLst>
                    <a:ext uri="{FF2B5EF4-FFF2-40B4-BE49-F238E27FC236}">
                      <a16:creationId xmlns:a16="http://schemas.microsoft.com/office/drawing/2014/main" id="{45FD8527-BD00-5843-65AD-ECD3A4CFC676}"/>
                    </a:ext>
                  </a:extLst>
                </p:cNvPr>
                <p:cNvPicPr/>
                <p:nvPr/>
              </p:nvPicPr>
              <p:blipFill>
                <a:blip r:embed="rId9"/>
                <a:stretch>
                  <a:fillRect/>
                </a:stretch>
              </p:blipFill>
              <p:spPr>
                <a:xfrm>
                  <a:off x="4327444" y="4603278"/>
                  <a:ext cx="18000" cy="18000"/>
                </a:xfrm>
                <a:prstGeom prst="rect">
                  <a:avLst/>
                </a:prstGeom>
              </p:spPr>
            </p:pic>
          </mc:Fallback>
        </mc:AlternateContent>
      </p:grpSp>
    </p:spTree>
    <p:extLst>
      <p:ext uri="{BB962C8B-B14F-4D97-AF65-F5344CB8AC3E}">
        <p14:creationId xmlns:p14="http://schemas.microsoft.com/office/powerpoint/2010/main" val="1460395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98E11-C3E1-4E50-BDFB-0CD8AEA5454A}"/>
              </a:ext>
            </a:extLst>
          </p:cNvPr>
          <p:cNvSpPr>
            <a:spLocks noGrp="1"/>
          </p:cNvSpPr>
          <p:nvPr>
            <p:ph type="title"/>
          </p:nvPr>
        </p:nvSpPr>
        <p:spPr/>
        <p:txBody>
          <a:bodyPr/>
          <a:lstStyle/>
          <a:p>
            <a:r>
              <a:rPr lang="en-IN" dirty="0"/>
              <a:t>Opening a file</a:t>
            </a:r>
          </a:p>
        </p:txBody>
      </p:sp>
      <p:sp>
        <p:nvSpPr>
          <p:cNvPr id="3" name="Content Placeholder 2">
            <a:extLst>
              <a:ext uri="{FF2B5EF4-FFF2-40B4-BE49-F238E27FC236}">
                <a16:creationId xmlns:a16="http://schemas.microsoft.com/office/drawing/2014/main" id="{13145775-336F-4AEC-B90A-1B1D9B9718B0}"/>
              </a:ext>
            </a:extLst>
          </p:cNvPr>
          <p:cNvSpPr>
            <a:spLocks noGrp="1"/>
          </p:cNvSpPr>
          <p:nvPr>
            <p:ph idx="1"/>
          </p:nvPr>
        </p:nvSpPr>
        <p:spPr>
          <a:xfrm>
            <a:off x="424070" y="1853754"/>
            <a:ext cx="11410121" cy="4414524"/>
          </a:xfrm>
        </p:spPr>
        <p:txBody>
          <a:bodyPr>
            <a:normAutofit lnSpcReduction="10000"/>
          </a:bodyPr>
          <a:lstStyle/>
          <a:p>
            <a:r>
              <a:rPr lang="en-IN" b="0" i="0" dirty="0">
                <a:effectLst/>
                <a:latin typeface="euclid_circular_a"/>
              </a:rPr>
              <a:t>Python has a built-in open() function to open a file.</a:t>
            </a:r>
          </a:p>
          <a:p>
            <a:r>
              <a:rPr lang="en-IN" b="0" i="0" dirty="0">
                <a:effectLst/>
                <a:latin typeface="euclid_circular_a"/>
              </a:rPr>
              <a:t>This function returns a file object, also called a handle, as it is used to read or modify the file accordingly.</a:t>
            </a:r>
            <a:endParaRPr lang="en-IN" dirty="0">
              <a:latin typeface="euclid_circular_a"/>
            </a:endParaRPr>
          </a:p>
          <a:p>
            <a:r>
              <a:rPr lang="en-IN" dirty="0">
                <a:solidFill>
                  <a:srgbClr val="40424E"/>
                </a:solidFill>
                <a:latin typeface="urw-din"/>
              </a:rPr>
              <a:t>T</a:t>
            </a:r>
            <a:r>
              <a:rPr lang="en-IN" b="0" i="0" dirty="0">
                <a:solidFill>
                  <a:srgbClr val="40424E"/>
                </a:solidFill>
                <a:effectLst/>
                <a:latin typeface="urw-din"/>
              </a:rPr>
              <a:t>he syntax : </a:t>
            </a:r>
            <a:r>
              <a:rPr lang="en-IN" b="1" i="0" dirty="0">
                <a:solidFill>
                  <a:srgbClr val="40424E"/>
                </a:solidFill>
                <a:effectLst/>
                <a:latin typeface="urw-din"/>
              </a:rPr>
              <a:t>open(filename, mode)</a:t>
            </a:r>
            <a:r>
              <a:rPr lang="en-IN" b="0" i="0" dirty="0">
                <a:solidFill>
                  <a:srgbClr val="40424E"/>
                </a:solidFill>
                <a:effectLst/>
                <a:latin typeface="urw-din"/>
              </a:rPr>
              <a:t>. </a:t>
            </a:r>
          </a:p>
          <a:p>
            <a:r>
              <a:rPr lang="en-IN" b="0" i="0" dirty="0">
                <a:effectLst/>
                <a:latin typeface="euclid_circular_a"/>
              </a:rPr>
              <a:t>We can specify the mode while opening a file. In mode, we specify whether we want to read</a:t>
            </a:r>
            <a:r>
              <a:rPr lang="en-IN" dirty="0">
                <a:solidFill>
                  <a:srgbClr val="40424E"/>
                </a:solidFill>
                <a:latin typeface="urw-din"/>
              </a:rPr>
              <a:t> </a:t>
            </a:r>
            <a:r>
              <a:rPr lang="en-IN" b="1" dirty="0">
                <a:solidFill>
                  <a:srgbClr val="40424E"/>
                </a:solidFill>
                <a:latin typeface="urw-din"/>
              </a:rPr>
              <a:t>r</a:t>
            </a:r>
            <a:r>
              <a:rPr lang="en-IN" dirty="0">
                <a:solidFill>
                  <a:srgbClr val="40424E"/>
                </a:solidFill>
                <a:latin typeface="urw-din"/>
              </a:rPr>
              <a:t>, write </a:t>
            </a:r>
            <a:r>
              <a:rPr lang="en-IN" b="1" dirty="0">
                <a:solidFill>
                  <a:srgbClr val="40424E"/>
                </a:solidFill>
                <a:latin typeface="urw-din"/>
              </a:rPr>
              <a:t>w</a:t>
            </a:r>
            <a:r>
              <a:rPr lang="en-IN" dirty="0">
                <a:solidFill>
                  <a:srgbClr val="40424E"/>
                </a:solidFill>
                <a:latin typeface="urw-din"/>
              </a:rPr>
              <a:t> or append </a:t>
            </a:r>
            <a:r>
              <a:rPr lang="en-IN" b="1" dirty="0">
                <a:solidFill>
                  <a:srgbClr val="40424E"/>
                </a:solidFill>
                <a:latin typeface="urw-din"/>
              </a:rPr>
              <a:t>a </a:t>
            </a:r>
            <a:r>
              <a:rPr lang="en-IN" dirty="0">
                <a:solidFill>
                  <a:srgbClr val="40424E"/>
                </a:solidFill>
                <a:latin typeface="urw-din"/>
              </a:rPr>
              <a:t>to the file. </a:t>
            </a:r>
            <a:r>
              <a:rPr lang="en-IN" b="0" i="0" dirty="0">
                <a:solidFill>
                  <a:srgbClr val="40424E"/>
                </a:solidFill>
                <a:effectLst/>
                <a:latin typeface="urw-din"/>
              </a:rPr>
              <a:t> the mode argument is not mandatory. If not passed, then Python will assume it to be “</a:t>
            </a:r>
            <a:r>
              <a:rPr lang="en-IN" b="1" i="0" dirty="0">
                <a:solidFill>
                  <a:srgbClr val="40424E"/>
                </a:solidFill>
                <a:effectLst/>
                <a:latin typeface="urw-din"/>
              </a:rPr>
              <a:t> r </a:t>
            </a:r>
            <a:r>
              <a:rPr lang="en-IN" b="0" i="0" dirty="0">
                <a:solidFill>
                  <a:srgbClr val="40424E"/>
                </a:solidFill>
                <a:effectLst/>
                <a:latin typeface="urw-din"/>
              </a:rPr>
              <a:t>” by default.</a:t>
            </a:r>
            <a:endParaRPr lang="en-IN" dirty="0">
              <a:solidFill>
                <a:srgbClr val="40424E"/>
              </a:solidFill>
              <a:latin typeface="urw-din"/>
            </a:endParaRPr>
          </a:p>
          <a:p>
            <a:pPr algn="l"/>
            <a:r>
              <a:rPr lang="en-IN" b="0" i="0" dirty="0">
                <a:effectLst/>
                <a:latin typeface="euclid_circular_a"/>
              </a:rPr>
              <a:t>We can also specify if we want to open the file in text mode or binary mode.</a:t>
            </a:r>
          </a:p>
          <a:p>
            <a:pPr algn="l"/>
            <a:r>
              <a:rPr lang="en-IN" b="0" i="0" dirty="0">
                <a:effectLst/>
                <a:latin typeface="euclid_circular_a"/>
              </a:rPr>
              <a:t>The default is reading in text mode. In this mode, we get strings when reading from the file.</a:t>
            </a:r>
          </a:p>
          <a:p>
            <a:pPr algn="l"/>
            <a:r>
              <a:rPr lang="en-IN" b="0" i="0" dirty="0">
                <a:effectLst/>
                <a:latin typeface="euclid_circular_a"/>
              </a:rPr>
              <a:t>On the other hand, binary mode returns bytes and this is the mode to be used when dealing with non-text files like images or executable files.</a:t>
            </a:r>
          </a:p>
          <a:p>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7EEE5E9-5B97-7C73-AC55-B6F5C930FE5F}"/>
                  </a:ext>
                </a:extLst>
              </p14:cNvPr>
              <p14:cNvContentPartPr/>
              <p14:nvPr/>
            </p14:nvContentPartPr>
            <p14:xfrm>
              <a:off x="2023444" y="3226998"/>
              <a:ext cx="2131200" cy="54720"/>
            </p14:xfrm>
          </p:contentPart>
        </mc:Choice>
        <mc:Fallback xmlns="">
          <p:pic>
            <p:nvPicPr>
              <p:cNvPr id="4" name="Ink 3">
                <a:extLst>
                  <a:ext uri="{FF2B5EF4-FFF2-40B4-BE49-F238E27FC236}">
                    <a16:creationId xmlns:a16="http://schemas.microsoft.com/office/drawing/2014/main" id="{57EEE5E9-5B97-7C73-AC55-B6F5C930FE5F}"/>
                  </a:ext>
                </a:extLst>
              </p:cNvPr>
              <p:cNvPicPr/>
              <p:nvPr/>
            </p:nvPicPr>
            <p:blipFill>
              <a:blip r:embed="rId3"/>
              <a:stretch>
                <a:fillRect/>
              </a:stretch>
            </p:blipFill>
            <p:spPr>
              <a:xfrm>
                <a:off x="2014444" y="3217998"/>
                <a:ext cx="214884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3398042-6B18-F131-9417-1C3EC6F30B3E}"/>
                  </a:ext>
                </a:extLst>
              </p14:cNvPr>
              <p14:cNvContentPartPr/>
              <p14:nvPr/>
            </p14:nvContentPartPr>
            <p14:xfrm>
              <a:off x="3664324" y="2816238"/>
              <a:ext cx="754920" cy="371160"/>
            </p14:xfrm>
          </p:contentPart>
        </mc:Choice>
        <mc:Fallback xmlns="">
          <p:pic>
            <p:nvPicPr>
              <p:cNvPr id="5" name="Ink 4">
                <a:extLst>
                  <a:ext uri="{FF2B5EF4-FFF2-40B4-BE49-F238E27FC236}">
                    <a16:creationId xmlns:a16="http://schemas.microsoft.com/office/drawing/2014/main" id="{03398042-6B18-F131-9417-1C3EC6F30B3E}"/>
                  </a:ext>
                </a:extLst>
              </p:cNvPr>
              <p:cNvPicPr/>
              <p:nvPr/>
            </p:nvPicPr>
            <p:blipFill>
              <a:blip r:embed="rId5"/>
              <a:stretch>
                <a:fillRect/>
              </a:stretch>
            </p:blipFill>
            <p:spPr>
              <a:xfrm>
                <a:off x="3655324" y="2807598"/>
                <a:ext cx="77256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DBF484ED-3A2B-B892-61C4-16099BD83AFC}"/>
                  </a:ext>
                </a:extLst>
              </p14:cNvPr>
              <p14:cNvContentPartPr/>
              <p14:nvPr/>
            </p14:nvContentPartPr>
            <p14:xfrm>
              <a:off x="336124" y="2749278"/>
              <a:ext cx="551160" cy="313920"/>
            </p14:xfrm>
          </p:contentPart>
        </mc:Choice>
        <mc:Fallback xmlns="">
          <p:pic>
            <p:nvPicPr>
              <p:cNvPr id="6" name="Ink 5">
                <a:extLst>
                  <a:ext uri="{FF2B5EF4-FFF2-40B4-BE49-F238E27FC236}">
                    <a16:creationId xmlns:a16="http://schemas.microsoft.com/office/drawing/2014/main" id="{DBF484ED-3A2B-B892-61C4-16099BD83AFC}"/>
                  </a:ext>
                </a:extLst>
              </p:cNvPr>
              <p:cNvPicPr/>
              <p:nvPr/>
            </p:nvPicPr>
            <p:blipFill>
              <a:blip r:embed="rId7"/>
              <a:stretch>
                <a:fillRect/>
              </a:stretch>
            </p:blipFill>
            <p:spPr>
              <a:xfrm>
                <a:off x="327124" y="2740278"/>
                <a:ext cx="56880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C436DF74-6532-B09A-2A7C-4965B658ACE8}"/>
                  </a:ext>
                </a:extLst>
              </p14:cNvPr>
              <p14:cNvContentPartPr/>
              <p14:nvPr/>
            </p14:nvContentPartPr>
            <p14:xfrm>
              <a:off x="342604" y="3280998"/>
              <a:ext cx="382680" cy="344520"/>
            </p14:xfrm>
          </p:contentPart>
        </mc:Choice>
        <mc:Fallback xmlns="">
          <p:pic>
            <p:nvPicPr>
              <p:cNvPr id="7" name="Ink 6">
                <a:extLst>
                  <a:ext uri="{FF2B5EF4-FFF2-40B4-BE49-F238E27FC236}">
                    <a16:creationId xmlns:a16="http://schemas.microsoft.com/office/drawing/2014/main" id="{C436DF74-6532-B09A-2A7C-4965B658ACE8}"/>
                  </a:ext>
                </a:extLst>
              </p:cNvPr>
              <p:cNvPicPr/>
              <p:nvPr/>
            </p:nvPicPr>
            <p:blipFill>
              <a:blip r:embed="rId9"/>
              <a:stretch>
                <a:fillRect/>
              </a:stretch>
            </p:blipFill>
            <p:spPr>
              <a:xfrm>
                <a:off x="333964" y="3271998"/>
                <a:ext cx="400320" cy="362160"/>
              </a:xfrm>
              <a:prstGeom prst="rect">
                <a:avLst/>
              </a:prstGeom>
            </p:spPr>
          </p:pic>
        </mc:Fallback>
      </mc:AlternateContent>
    </p:spTree>
    <p:extLst>
      <p:ext uri="{BB962C8B-B14F-4D97-AF65-F5344CB8AC3E}">
        <p14:creationId xmlns:p14="http://schemas.microsoft.com/office/powerpoint/2010/main" val="52144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D7D99-D774-4056-AC89-7C7DC95D6D01}"/>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3D0DDA51-4097-48DF-AFDD-C62959939919}"/>
              </a:ext>
            </a:extLst>
          </p:cNvPr>
          <p:cNvSpPr>
            <a:spLocks noGrp="1"/>
          </p:cNvSpPr>
          <p:nvPr>
            <p:ph idx="1"/>
          </p:nvPr>
        </p:nvSpPr>
        <p:spPr/>
        <p:txBody>
          <a:bodyPr/>
          <a:lstStyle/>
          <a:p>
            <a:r>
              <a:rPr lang="en-IN" dirty="0"/>
              <a:t>file = open("test.txt")    # open file in current directory</a:t>
            </a:r>
          </a:p>
          <a:p>
            <a:r>
              <a:rPr lang="en-IN" dirty="0"/>
              <a:t>file = open("C:/Python38/README.txt")  # specifying full path</a:t>
            </a:r>
          </a:p>
        </p:txBody>
      </p:sp>
      <p:pic>
        <p:nvPicPr>
          <p:cNvPr id="6" name="Picture 5">
            <a:extLst>
              <a:ext uri="{FF2B5EF4-FFF2-40B4-BE49-F238E27FC236}">
                <a16:creationId xmlns:a16="http://schemas.microsoft.com/office/drawing/2014/main" id="{2AF24759-1013-4384-AE9C-8CB547FB83F6}"/>
              </a:ext>
            </a:extLst>
          </p:cNvPr>
          <p:cNvPicPr>
            <a:picLocks noChangeAspect="1"/>
          </p:cNvPicPr>
          <p:nvPr/>
        </p:nvPicPr>
        <p:blipFill>
          <a:blip r:embed="rId2"/>
          <a:stretch>
            <a:fillRect/>
          </a:stretch>
        </p:blipFill>
        <p:spPr>
          <a:xfrm>
            <a:off x="1316313" y="3178037"/>
            <a:ext cx="9046887" cy="1899730"/>
          </a:xfrm>
          <a:prstGeom prst="rect">
            <a:avLst/>
          </a:prstGeom>
        </p:spPr>
      </p:pic>
      <p:grpSp>
        <p:nvGrpSpPr>
          <p:cNvPr id="7" name="Group 6">
            <a:extLst>
              <a:ext uri="{FF2B5EF4-FFF2-40B4-BE49-F238E27FC236}">
                <a16:creationId xmlns:a16="http://schemas.microsoft.com/office/drawing/2014/main" id="{AEFFF3C7-548F-EC95-964F-CC7A8E09BBBD}"/>
              </a:ext>
            </a:extLst>
          </p:cNvPr>
          <p:cNvGrpSpPr/>
          <p:nvPr/>
        </p:nvGrpSpPr>
        <p:grpSpPr>
          <a:xfrm>
            <a:off x="3051964" y="2319078"/>
            <a:ext cx="767520" cy="74880"/>
            <a:chOff x="3051964" y="2319078"/>
            <a:chExt cx="767520" cy="7488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AF2AFF9-ADE7-6F79-D987-87509C923C8B}"/>
                    </a:ext>
                  </a:extLst>
                </p14:cNvPr>
                <p14:cNvContentPartPr/>
                <p14:nvPr/>
              </p14:nvContentPartPr>
              <p14:xfrm>
                <a:off x="3051964" y="2319078"/>
                <a:ext cx="759600" cy="74880"/>
              </p14:xfrm>
            </p:contentPart>
          </mc:Choice>
          <mc:Fallback xmlns="">
            <p:pic>
              <p:nvPicPr>
                <p:cNvPr id="4" name="Ink 3">
                  <a:extLst>
                    <a:ext uri="{FF2B5EF4-FFF2-40B4-BE49-F238E27FC236}">
                      <a16:creationId xmlns:a16="http://schemas.microsoft.com/office/drawing/2014/main" id="{7AF2AFF9-ADE7-6F79-D987-87509C923C8B}"/>
                    </a:ext>
                  </a:extLst>
                </p:cNvPr>
                <p:cNvPicPr/>
                <p:nvPr/>
              </p:nvPicPr>
              <p:blipFill>
                <a:blip r:embed="rId4"/>
                <a:stretch>
                  <a:fillRect/>
                </a:stretch>
              </p:blipFill>
              <p:spPr>
                <a:xfrm>
                  <a:off x="3043324" y="2310438"/>
                  <a:ext cx="7772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111F2C31-B8DF-61DC-CE0B-81114F445CBE}"/>
                    </a:ext>
                  </a:extLst>
                </p14:cNvPr>
                <p14:cNvContentPartPr/>
                <p14:nvPr/>
              </p14:nvContentPartPr>
              <p14:xfrm>
                <a:off x="3819124" y="2393238"/>
                <a:ext cx="360" cy="360"/>
              </p14:xfrm>
            </p:contentPart>
          </mc:Choice>
          <mc:Fallback xmlns="">
            <p:pic>
              <p:nvPicPr>
                <p:cNvPr id="5" name="Ink 4">
                  <a:extLst>
                    <a:ext uri="{FF2B5EF4-FFF2-40B4-BE49-F238E27FC236}">
                      <a16:creationId xmlns:a16="http://schemas.microsoft.com/office/drawing/2014/main" id="{111F2C31-B8DF-61DC-CE0B-81114F445CBE}"/>
                    </a:ext>
                  </a:extLst>
                </p:cNvPr>
                <p:cNvPicPr/>
                <p:nvPr/>
              </p:nvPicPr>
              <p:blipFill>
                <a:blip r:embed="rId6"/>
                <a:stretch>
                  <a:fillRect/>
                </a:stretch>
              </p:blipFill>
              <p:spPr>
                <a:xfrm>
                  <a:off x="3810124" y="2384598"/>
                  <a:ext cx="18000" cy="18000"/>
                </a:xfrm>
                <a:prstGeom prst="rect">
                  <a:avLst/>
                </a:prstGeom>
              </p:spPr>
            </p:pic>
          </mc:Fallback>
        </mc:AlternateContent>
      </p:grpSp>
      <p:grpSp>
        <p:nvGrpSpPr>
          <p:cNvPr id="10" name="Group 9">
            <a:extLst>
              <a:ext uri="{FF2B5EF4-FFF2-40B4-BE49-F238E27FC236}">
                <a16:creationId xmlns:a16="http://schemas.microsoft.com/office/drawing/2014/main" id="{D172E29C-D6D9-0CCB-A42A-82032637637F}"/>
              </a:ext>
            </a:extLst>
          </p:cNvPr>
          <p:cNvGrpSpPr/>
          <p:nvPr/>
        </p:nvGrpSpPr>
        <p:grpSpPr>
          <a:xfrm>
            <a:off x="3180124" y="2924598"/>
            <a:ext cx="2750400" cy="88200"/>
            <a:chOff x="3180124" y="2924598"/>
            <a:chExt cx="2750400" cy="8820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2FFF29E0-D39E-6C81-2E5F-4723B8463EAC}"/>
                    </a:ext>
                  </a:extLst>
                </p14:cNvPr>
                <p14:cNvContentPartPr/>
                <p14:nvPr/>
              </p14:nvContentPartPr>
              <p14:xfrm>
                <a:off x="3180124" y="2924598"/>
                <a:ext cx="2743200" cy="88200"/>
              </p14:xfrm>
            </p:contentPart>
          </mc:Choice>
          <mc:Fallback xmlns="">
            <p:pic>
              <p:nvPicPr>
                <p:cNvPr id="8" name="Ink 7">
                  <a:extLst>
                    <a:ext uri="{FF2B5EF4-FFF2-40B4-BE49-F238E27FC236}">
                      <a16:creationId xmlns:a16="http://schemas.microsoft.com/office/drawing/2014/main" id="{2FFF29E0-D39E-6C81-2E5F-4723B8463EAC}"/>
                    </a:ext>
                  </a:extLst>
                </p:cNvPr>
                <p:cNvPicPr/>
                <p:nvPr/>
              </p:nvPicPr>
              <p:blipFill>
                <a:blip r:embed="rId8"/>
                <a:stretch>
                  <a:fillRect/>
                </a:stretch>
              </p:blipFill>
              <p:spPr>
                <a:xfrm>
                  <a:off x="3171484" y="2915598"/>
                  <a:ext cx="27608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B702B308-67A7-0FC8-D221-78972FCB60C3}"/>
                    </a:ext>
                  </a:extLst>
                </p14:cNvPr>
                <p14:cNvContentPartPr/>
                <p14:nvPr/>
              </p14:nvContentPartPr>
              <p14:xfrm>
                <a:off x="5930164" y="3005238"/>
                <a:ext cx="360" cy="360"/>
              </p14:xfrm>
            </p:contentPart>
          </mc:Choice>
          <mc:Fallback xmlns="">
            <p:pic>
              <p:nvPicPr>
                <p:cNvPr id="9" name="Ink 8">
                  <a:extLst>
                    <a:ext uri="{FF2B5EF4-FFF2-40B4-BE49-F238E27FC236}">
                      <a16:creationId xmlns:a16="http://schemas.microsoft.com/office/drawing/2014/main" id="{B702B308-67A7-0FC8-D221-78972FCB60C3}"/>
                    </a:ext>
                  </a:extLst>
                </p:cNvPr>
                <p:cNvPicPr/>
                <p:nvPr/>
              </p:nvPicPr>
              <p:blipFill>
                <a:blip r:embed="rId6"/>
                <a:stretch>
                  <a:fillRect/>
                </a:stretch>
              </p:blipFill>
              <p:spPr>
                <a:xfrm>
                  <a:off x="5921524" y="2996598"/>
                  <a:ext cx="18000" cy="18000"/>
                </a:xfrm>
                <a:prstGeom prst="rect">
                  <a:avLst/>
                </a:prstGeom>
              </p:spPr>
            </p:pic>
          </mc:Fallback>
        </mc:AlternateContent>
      </p:grpSp>
      <p:grpSp>
        <p:nvGrpSpPr>
          <p:cNvPr id="13" name="Group 12">
            <a:extLst>
              <a:ext uri="{FF2B5EF4-FFF2-40B4-BE49-F238E27FC236}">
                <a16:creationId xmlns:a16="http://schemas.microsoft.com/office/drawing/2014/main" id="{CCB8949A-E012-3BDA-7CEB-5F2BB315B809}"/>
              </a:ext>
            </a:extLst>
          </p:cNvPr>
          <p:cNvGrpSpPr/>
          <p:nvPr/>
        </p:nvGrpSpPr>
        <p:grpSpPr>
          <a:xfrm>
            <a:off x="1533124" y="4208358"/>
            <a:ext cx="578160" cy="14400"/>
            <a:chOff x="1533124" y="4208358"/>
            <a:chExt cx="578160" cy="14400"/>
          </a:xfrm>
        </p:grpSpPr>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C3A48F5E-2CB4-3640-E5E7-EC0E90B8A55C}"/>
                    </a:ext>
                  </a:extLst>
                </p14:cNvPr>
                <p14:cNvContentPartPr/>
                <p14:nvPr/>
              </p14:nvContentPartPr>
              <p14:xfrm>
                <a:off x="1533124" y="4208358"/>
                <a:ext cx="571320" cy="14400"/>
              </p14:xfrm>
            </p:contentPart>
          </mc:Choice>
          <mc:Fallback xmlns="">
            <p:pic>
              <p:nvPicPr>
                <p:cNvPr id="11" name="Ink 10">
                  <a:extLst>
                    <a:ext uri="{FF2B5EF4-FFF2-40B4-BE49-F238E27FC236}">
                      <a16:creationId xmlns:a16="http://schemas.microsoft.com/office/drawing/2014/main" id="{C3A48F5E-2CB4-3640-E5E7-EC0E90B8A55C}"/>
                    </a:ext>
                  </a:extLst>
                </p:cNvPr>
                <p:cNvPicPr/>
                <p:nvPr/>
              </p:nvPicPr>
              <p:blipFill>
                <a:blip r:embed="rId11"/>
                <a:stretch>
                  <a:fillRect/>
                </a:stretch>
              </p:blipFill>
              <p:spPr>
                <a:xfrm>
                  <a:off x="1524124" y="4199358"/>
                  <a:ext cx="5889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9E01B37F-E577-E0F4-134E-32EF33040D21}"/>
                    </a:ext>
                  </a:extLst>
                </p14:cNvPr>
                <p14:cNvContentPartPr/>
                <p14:nvPr/>
              </p14:nvContentPartPr>
              <p14:xfrm>
                <a:off x="2110924" y="4208718"/>
                <a:ext cx="360" cy="360"/>
              </p14:xfrm>
            </p:contentPart>
          </mc:Choice>
          <mc:Fallback xmlns="">
            <p:pic>
              <p:nvPicPr>
                <p:cNvPr id="12" name="Ink 11">
                  <a:extLst>
                    <a:ext uri="{FF2B5EF4-FFF2-40B4-BE49-F238E27FC236}">
                      <a16:creationId xmlns:a16="http://schemas.microsoft.com/office/drawing/2014/main" id="{9E01B37F-E577-E0F4-134E-32EF33040D21}"/>
                    </a:ext>
                  </a:extLst>
                </p:cNvPr>
                <p:cNvPicPr/>
                <p:nvPr/>
              </p:nvPicPr>
              <p:blipFill>
                <a:blip r:embed="rId6"/>
                <a:stretch>
                  <a:fillRect/>
                </a:stretch>
              </p:blipFill>
              <p:spPr>
                <a:xfrm>
                  <a:off x="2101924" y="4200078"/>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705C642F-1824-E014-CA42-A94E3C0FAAC3}"/>
                  </a:ext>
                </a:extLst>
              </p14:cNvPr>
              <p14:cNvContentPartPr/>
              <p14:nvPr/>
            </p14:nvContentPartPr>
            <p14:xfrm>
              <a:off x="1633564" y="4911798"/>
              <a:ext cx="272160" cy="30240"/>
            </p14:xfrm>
          </p:contentPart>
        </mc:Choice>
        <mc:Fallback xmlns="">
          <p:pic>
            <p:nvPicPr>
              <p:cNvPr id="14" name="Ink 13">
                <a:extLst>
                  <a:ext uri="{FF2B5EF4-FFF2-40B4-BE49-F238E27FC236}">
                    <a16:creationId xmlns:a16="http://schemas.microsoft.com/office/drawing/2014/main" id="{705C642F-1824-E014-CA42-A94E3C0FAAC3}"/>
                  </a:ext>
                </a:extLst>
              </p:cNvPr>
              <p:cNvPicPr/>
              <p:nvPr/>
            </p:nvPicPr>
            <p:blipFill>
              <a:blip r:embed="rId14"/>
              <a:stretch>
                <a:fillRect/>
              </a:stretch>
            </p:blipFill>
            <p:spPr>
              <a:xfrm>
                <a:off x="1624564" y="4903158"/>
                <a:ext cx="2898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084CA6E1-1352-0F81-5433-5547F88292F5}"/>
                  </a:ext>
                </a:extLst>
              </p14:cNvPr>
              <p14:cNvContentPartPr/>
              <p14:nvPr/>
            </p14:nvContentPartPr>
            <p14:xfrm>
              <a:off x="5600404" y="4793718"/>
              <a:ext cx="1708200" cy="34560"/>
            </p14:xfrm>
          </p:contentPart>
        </mc:Choice>
        <mc:Fallback xmlns="">
          <p:pic>
            <p:nvPicPr>
              <p:cNvPr id="15" name="Ink 14">
                <a:extLst>
                  <a:ext uri="{FF2B5EF4-FFF2-40B4-BE49-F238E27FC236}">
                    <a16:creationId xmlns:a16="http://schemas.microsoft.com/office/drawing/2014/main" id="{084CA6E1-1352-0F81-5433-5547F88292F5}"/>
                  </a:ext>
                </a:extLst>
              </p:cNvPr>
              <p:cNvPicPr/>
              <p:nvPr/>
            </p:nvPicPr>
            <p:blipFill>
              <a:blip r:embed="rId16"/>
              <a:stretch>
                <a:fillRect/>
              </a:stretch>
            </p:blipFill>
            <p:spPr>
              <a:xfrm>
                <a:off x="5591404" y="4785078"/>
                <a:ext cx="1725840" cy="52200"/>
              </a:xfrm>
              <a:prstGeom prst="rect">
                <a:avLst/>
              </a:prstGeom>
            </p:spPr>
          </p:pic>
        </mc:Fallback>
      </mc:AlternateContent>
      <p:grpSp>
        <p:nvGrpSpPr>
          <p:cNvPr id="23" name="Group 22">
            <a:extLst>
              <a:ext uri="{FF2B5EF4-FFF2-40B4-BE49-F238E27FC236}">
                <a16:creationId xmlns:a16="http://schemas.microsoft.com/office/drawing/2014/main" id="{42FE46AD-4F5C-F147-491E-BC3592970296}"/>
              </a:ext>
            </a:extLst>
          </p:cNvPr>
          <p:cNvGrpSpPr/>
          <p:nvPr/>
        </p:nvGrpSpPr>
        <p:grpSpPr>
          <a:xfrm>
            <a:off x="5654404" y="591798"/>
            <a:ext cx="437040" cy="284760"/>
            <a:chOff x="5654404" y="591798"/>
            <a:chExt cx="437040" cy="284760"/>
          </a:xfrm>
        </p:grpSpPr>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80ABEF4D-2377-A250-4965-AEBD152D7D8B}"/>
                    </a:ext>
                  </a:extLst>
                </p14:cNvPr>
                <p14:cNvContentPartPr/>
                <p14:nvPr/>
              </p14:nvContentPartPr>
              <p14:xfrm>
                <a:off x="5654404" y="591798"/>
                <a:ext cx="182160" cy="284760"/>
              </p14:xfrm>
            </p:contentPart>
          </mc:Choice>
          <mc:Fallback xmlns="">
            <p:pic>
              <p:nvPicPr>
                <p:cNvPr id="16" name="Ink 15">
                  <a:extLst>
                    <a:ext uri="{FF2B5EF4-FFF2-40B4-BE49-F238E27FC236}">
                      <a16:creationId xmlns:a16="http://schemas.microsoft.com/office/drawing/2014/main" id="{80ABEF4D-2377-A250-4965-AEBD152D7D8B}"/>
                    </a:ext>
                  </a:extLst>
                </p:cNvPr>
                <p:cNvPicPr/>
                <p:nvPr/>
              </p:nvPicPr>
              <p:blipFill>
                <a:blip r:embed="rId18"/>
                <a:stretch>
                  <a:fillRect/>
                </a:stretch>
              </p:blipFill>
              <p:spPr>
                <a:xfrm>
                  <a:off x="5645404" y="582798"/>
                  <a:ext cx="19980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E487D5A2-E056-9F6A-24C5-B535712EA431}"/>
                    </a:ext>
                  </a:extLst>
                </p14:cNvPr>
                <p14:cNvContentPartPr/>
                <p14:nvPr/>
              </p14:nvContentPartPr>
              <p14:xfrm>
                <a:off x="5910004" y="725718"/>
                <a:ext cx="181440" cy="8280"/>
              </p14:xfrm>
            </p:contentPart>
          </mc:Choice>
          <mc:Fallback xmlns="">
            <p:pic>
              <p:nvPicPr>
                <p:cNvPr id="17" name="Ink 16">
                  <a:extLst>
                    <a:ext uri="{FF2B5EF4-FFF2-40B4-BE49-F238E27FC236}">
                      <a16:creationId xmlns:a16="http://schemas.microsoft.com/office/drawing/2014/main" id="{E487D5A2-E056-9F6A-24C5-B535712EA431}"/>
                    </a:ext>
                  </a:extLst>
                </p:cNvPr>
                <p:cNvPicPr/>
                <p:nvPr/>
              </p:nvPicPr>
              <p:blipFill>
                <a:blip r:embed="rId20"/>
                <a:stretch>
                  <a:fillRect/>
                </a:stretch>
              </p:blipFill>
              <p:spPr>
                <a:xfrm>
                  <a:off x="5901004" y="717078"/>
                  <a:ext cx="1990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8" name="Ink 17">
                  <a:extLst>
                    <a:ext uri="{FF2B5EF4-FFF2-40B4-BE49-F238E27FC236}">
                      <a16:creationId xmlns:a16="http://schemas.microsoft.com/office/drawing/2014/main" id="{4FFD6E84-C456-4070-34DF-EF7D650C468C}"/>
                    </a:ext>
                  </a:extLst>
                </p14:cNvPr>
                <p14:cNvContentPartPr/>
                <p14:nvPr/>
              </p14:nvContentPartPr>
              <p14:xfrm>
                <a:off x="5997124" y="652278"/>
                <a:ext cx="13320" cy="167760"/>
              </p14:xfrm>
            </p:contentPart>
          </mc:Choice>
          <mc:Fallback xmlns="">
            <p:pic>
              <p:nvPicPr>
                <p:cNvPr id="18" name="Ink 17">
                  <a:extLst>
                    <a:ext uri="{FF2B5EF4-FFF2-40B4-BE49-F238E27FC236}">
                      <a16:creationId xmlns:a16="http://schemas.microsoft.com/office/drawing/2014/main" id="{4FFD6E84-C456-4070-34DF-EF7D650C468C}"/>
                    </a:ext>
                  </a:extLst>
                </p:cNvPr>
                <p:cNvPicPr/>
                <p:nvPr/>
              </p:nvPicPr>
              <p:blipFill>
                <a:blip r:embed="rId22"/>
                <a:stretch>
                  <a:fillRect/>
                </a:stretch>
              </p:blipFill>
              <p:spPr>
                <a:xfrm>
                  <a:off x="5988484" y="643278"/>
                  <a:ext cx="30960" cy="185400"/>
                </a:xfrm>
                <a:prstGeom prst="rect">
                  <a:avLst/>
                </a:prstGeom>
              </p:spPr>
            </p:pic>
          </mc:Fallback>
        </mc:AlternateContent>
      </p:grpSp>
      <p:grpSp>
        <p:nvGrpSpPr>
          <p:cNvPr id="22" name="Group 21">
            <a:extLst>
              <a:ext uri="{FF2B5EF4-FFF2-40B4-BE49-F238E27FC236}">
                <a16:creationId xmlns:a16="http://schemas.microsoft.com/office/drawing/2014/main" id="{E55FE5E2-DD7A-7185-2FD3-6BB1A7C416EC}"/>
              </a:ext>
            </a:extLst>
          </p:cNvPr>
          <p:cNvGrpSpPr/>
          <p:nvPr/>
        </p:nvGrpSpPr>
        <p:grpSpPr>
          <a:xfrm>
            <a:off x="5566924" y="1046118"/>
            <a:ext cx="578520" cy="299160"/>
            <a:chOff x="5566924" y="1046118"/>
            <a:chExt cx="578520" cy="299160"/>
          </a:xfrm>
        </p:grpSpPr>
        <mc:AlternateContent xmlns:mc="http://schemas.openxmlformats.org/markup-compatibility/2006" xmlns:p14="http://schemas.microsoft.com/office/powerpoint/2010/main">
          <mc:Choice Requires="p14">
            <p:contentPart p14:bwMode="auto" r:id="rId23">
              <p14:nvContentPartPr>
                <p14:cNvPr id="19" name="Ink 18">
                  <a:extLst>
                    <a:ext uri="{FF2B5EF4-FFF2-40B4-BE49-F238E27FC236}">
                      <a16:creationId xmlns:a16="http://schemas.microsoft.com/office/drawing/2014/main" id="{829C2ACD-7539-4C41-B0E9-9FA2EBBBD57D}"/>
                    </a:ext>
                  </a:extLst>
                </p14:cNvPr>
                <p14:cNvContentPartPr/>
                <p14:nvPr/>
              </p14:nvContentPartPr>
              <p14:xfrm>
                <a:off x="5566924" y="1046118"/>
                <a:ext cx="303120" cy="299160"/>
              </p14:xfrm>
            </p:contentPart>
          </mc:Choice>
          <mc:Fallback xmlns="">
            <p:pic>
              <p:nvPicPr>
                <p:cNvPr id="19" name="Ink 18">
                  <a:extLst>
                    <a:ext uri="{FF2B5EF4-FFF2-40B4-BE49-F238E27FC236}">
                      <a16:creationId xmlns:a16="http://schemas.microsoft.com/office/drawing/2014/main" id="{829C2ACD-7539-4C41-B0E9-9FA2EBBBD57D}"/>
                    </a:ext>
                  </a:extLst>
                </p:cNvPr>
                <p:cNvPicPr/>
                <p:nvPr/>
              </p:nvPicPr>
              <p:blipFill>
                <a:blip r:embed="rId24"/>
                <a:stretch>
                  <a:fillRect/>
                </a:stretch>
              </p:blipFill>
              <p:spPr>
                <a:xfrm>
                  <a:off x="5557924" y="1037118"/>
                  <a:ext cx="32076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A46D61E6-BEC6-00F1-BD41-9536BD703DDC}"/>
                    </a:ext>
                  </a:extLst>
                </p14:cNvPr>
                <p14:cNvContentPartPr/>
                <p14:nvPr/>
              </p14:nvContentPartPr>
              <p14:xfrm>
                <a:off x="5990644" y="1195158"/>
                <a:ext cx="154800" cy="8640"/>
              </p14:xfrm>
            </p:contentPart>
          </mc:Choice>
          <mc:Fallback xmlns="">
            <p:pic>
              <p:nvPicPr>
                <p:cNvPr id="20" name="Ink 19">
                  <a:extLst>
                    <a:ext uri="{FF2B5EF4-FFF2-40B4-BE49-F238E27FC236}">
                      <a16:creationId xmlns:a16="http://schemas.microsoft.com/office/drawing/2014/main" id="{A46D61E6-BEC6-00F1-BD41-9536BD703DDC}"/>
                    </a:ext>
                  </a:extLst>
                </p:cNvPr>
                <p:cNvPicPr/>
                <p:nvPr/>
              </p:nvPicPr>
              <p:blipFill>
                <a:blip r:embed="rId26"/>
                <a:stretch>
                  <a:fillRect/>
                </a:stretch>
              </p:blipFill>
              <p:spPr>
                <a:xfrm>
                  <a:off x="5982004" y="1186518"/>
                  <a:ext cx="1724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56D223F3-E704-AC4A-EAA1-9B98BB5CDA83}"/>
                    </a:ext>
                  </a:extLst>
                </p14:cNvPr>
                <p14:cNvContentPartPr/>
                <p14:nvPr/>
              </p14:nvContentPartPr>
              <p14:xfrm>
                <a:off x="6070924" y="1102278"/>
                <a:ext cx="30960" cy="216000"/>
              </p14:xfrm>
            </p:contentPart>
          </mc:Choice>
          <mc:Fallback xmlns="">
            <p:pic>
              <p:nvPicPr>
                <p:cNvPr id="21" name="Ink 20">
                  <a:extLst>
                    <a:ext uri="{FF2B5EF4-FFF2-40B4-BE49-F238E27FC236}">
                      <a16:creationId xmlns:a16="http://schemas.microsoft.com/office/drawing/2014/main" id="{56D223F3-E704-AC4A-EAA1-9B98BB5CDA83}"/>
                    </a:ext>
                  </a:extLst>
                </p:cNvPr>
                <p:cNvPicPr/>
                <p:nvPr/>
              </p:nvPicPr>
              <p:blipFill>
                <a:blip r:embed="rId28"/>
                <a:stretch>
                  <a:fillRect/>
                </a:stretch>
              </p:blipFill>
              <p:spPr>
                <a:xfrm>
                  <a:off x="6061924" y="1093638"/>
                  <a:ext cx="48600" cy="233640"/>
                </a:xfrm>
                <a:prstGeom prst="rect">
                  <a:avLst/>
                </a:prstGeom>
              </p:spPr>
            </p:pic>
          </mc:Fallback>
        </mc:AlternateContent>
      </p:grpSp>
      <p:grpSp>
        <p:nvGrpSpPr>
          <p:cNvPr id="26" name="Group 25">
            <a:extLst>
              <a:ext uri="{FF2B5EF4-FFF2-40B4-BE49-F238E27FC236}">
                <a16:creationId xmlns:a16="http://schemas.microsoft.com/office/drawing/2014/main" id="{A696132A-3EE1-7983-F03D-3DDECF7F9D37}"/>
              </a:ext>
            </a:extLst>
          </p:cNvPr>
          <p:cNvGrpSpPr/>
          <p:nvPr/>
        </p:nvGrpSpPr>
        <p:grpSpPr>
          <a:xfrm>
            <a:off x="4862764" y="4680318"/>
            <a:ext cx="766080" cy="160920"/>
            <a:chOff x="4862764" y="4680318"/>
            <a:chExt cx="766080" cy="160920"/>
          </a:xfrm>
        </p:grpSpPr>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4F954299-2838-95AE-F9A5-DF07AF55905E}"/>
                    </a:ext>
                  </a:extLst>
                </p14:cNvPr>
                <p14:cNvContentPartPr/>
                <p14:nvPr/>
              </p14:nvContentPartPr>
              <p14:xfrm>
                <a:off x="4862764" y="4680318"/>
                <a:ext cx="757440" cy="160920"/>
              </p14:xfrm>
            </p:contentPart>
          </mc:Choice>
          <mc:Fallback xmlns="">
            <p:pic>
              <p:nvPicPr>
                <p:cNvPr id="24" name="Ink 23">
                  <a:extLst>
                    <a:ext uri="{FF2B5EF4-FFF2-40B4-BE49-F238E27FC236}">
                      <a16:creationId xmlns:a16="http://schemas.microsoft.com/office/drawing/2014/main" id="{4F954299-2838-95AE-F9A5-DF07AF55905E}"/>
                    </a:ext>
                  </a:extLst>
                </p:cNvPr>
                <p:cNvPicPr/>
                <p:nvPr/>
              </p:nvPicPr>
              <p:blipFill>
                <a:blip r:embed="rId30"/>
                <a:stretch>
                  <a:fillRect/>
                </a:stretch>
              </p:blipFill>
              <p:spPr>
                <a:xfrm>
                  <a:off x="4853764" y="4671678"/>
                  <a:ext cx="7750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85D68E13-2291-AC3D-6947-FEDFC87CF646}"/>
                    </a:ext>
                  </a:extLst>
                </p14:cNvPr>
                <p14:cNvContentPartPr/>
                <p14:nvPr/>
              </p14:nvContentPartPr>
              <p14:xfrm>
                <a:off x="5627404" y="4827558"/>
                <a:ext cx="1440" cy="360"/>
              </p14:xfrm>
            </p:contentPart>
          </mc:Choice>
          <mc:Fallback xmlns="">
            <p:pic>
              <p:nvPicPr>
                <p:cNvPr id="25" name="Ink 24">
                  <a:extLst>
                    <a:ext uri="{FF2B5EF4-FFF2-40B4-BE49-F238E27FC236}">
                      <a16:creationId xmlns:a16="http://schemas.microsoft.com/office/drawing/2014/main" id="{85D68E13-2291-AC3D-6947-FEDFC87CF646}"/>
                    </a:ext>
                  </a:extLst>
                </p:cNvPr>
                <p:cNvPicPr/>
                <p:nvPr/>
              </p:nvPicPr>
              <p:blipFill>
                <a:blip r:embed="rId32"/>
                <a:stretch>
                  <a:fillRect/>
                </a:stretch>
              </p:blipFill>
              <p:spPr>
                <a:xfrm>
                  <a:off x="5618404" y="4818558"/>
                  <a:ext cx="1908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2B4CE693-EF82-17F5-7EAE-D575CD907222}"/>
                  </a:ext>
                </a:extLst>
              </p14:cNvPr>
              <p14:cNvContentPartPr/>
              <p14:nvPr/>
            </p14:nvContentPartPr>
            <p14:xfrm>
              <a:off x="8107444" y="4382598"/>
              <a:ext cx="1004400" cy="432000"/>
            </p14:xfrm>
          </p:contentPart>
        </mc:Choice>
        <mc:Fallback xmlns="">
          <p:pic>
            <p:nvPicPr>
              <p:cNvPr id="27" name="Ink 26">
                <a:extLst>
                  <a:ext uri="{FF2B5EF4-FFF2-40B4-BE49-F238E27FC236}">
                    <a16:creationId xmlns:a16="http://schemas.microsoft.com/office/drawing/2014/main" id="{2B4CE693-EF82-17F5-7EAE-D575CD907222}"/>
                  </a:ext>
                </a:extLst>
              </p:cNvPr>
              <p:cNvPicPr/>
              <p:nvPr/>
            </p:nvPicPr>
            <p:blipFill>
              <a:blip r:embed="rId34"/>
              <a:stretch>
                <a:fillRect/>
              </a:stretch>
            </p:blipFill>
            <p:spPr>
              <a:xfrm>
                <a:off x="8098444" y="4373958"/>
                <a:ext cx="1022040" cy="449640"/>
              </a:xfrm>
              <a:prstGeom prst="rect">
                <a:avLst/>
              </a:prstGeom>
            </p:spPr>
          </p:pic>
        </mc:Fallback>
      </mc:AlternateContent>
    </p:spTree>
    <p:extLst>
      <p:ext uri="{BB962C8B-B14F-4D97-AF65-F5344CB8AC3E}">
        <p14:creationId xmlns:p14="http://schemas.microsoft.com/office/powerpoint/2010/main" val="3725573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AA740F-4B8A-4D52-8BAA-B2A7AAD48688}"/>
              </a:ext>
            </a:extLst>
          </p:cNvPr>
          <p:cNvPicPr>
            <a:picLocks noChangeAspect="1"/>
          </p:cNvPicPr>
          <p:nvPr/>
        </p:nvPicPr>
        <p:blipFill rotWithShape="1">
          <a:blip r:embed="rId2"/>
          <a:srcRect b="28357"/>
          <a:stretch/>
        </p:blipFill>
        <p:spPr>
          <a:xfrm>
            <a:off x="1128092" y="532364"/>
            <a:ext cx="9553160" cy="1437630"/>
          </a:xfrm>
          <a:prstGeom prst="rect">
            <a:avLst/>
          </a:prstGeom>
        </p:spPr>
      </p:pic>
      <p:sp>
        <p:nvSpPr>
          <p:cNvPr id="6" name="TextBox 5">
            <a:extLst>
              <a:ext uri="{FF2B5EF4-FFF2-40B4-BE49-F238E27FC236}">
                <a16:creationId xmlns:a16="http://schemas.microsoft.com/office/drawing/2014/main" id="{A983CAB7-AE17-4B2B-A2BF-83D26A26C9ED}"/>
              </a:ext>
            </a:extLst>
          </p:cNvPr>
          <p:cNvSpPr txBox="1"/>
          <p:nvPr/>
        </p:nvSpPr>
        <p:spPr>
          <a:xfrm>
            <a:off x="1128091" y="2976626"/>
            <a:ext cx="6385891" cy="646331"/>
          </a:xfrm>
          <a:prstGeom prst="rect">
            <a:avLst/>
          </a:prstGeom>
          <a:noFill/>
        </p:spPr>
        <p:txBody>
          <a:bodyPr wrap="square">
            <a:spAutoFit/>
          </a:bodyPr>
          <a:lstStyle/>
          <a:p>
            <a:r>
              <a:rPr lang="en-IN" dirty="0"/>
              <a:t>f = open("test.txt")      # equivalent to 'r' </a:t>
            </a:r>
          </a:p>
          <a:p>
            <a:r>
              <a:rPr lang="en-IN" dirty="0"/>
              <a:t>f = open("</a:t>
            </a:r>
            <a:r>
              <a:rPr lang="en-IN" dirty="0" err="1"/>
              <a:t>test.txt",'w</a:t>
            </a:r>
            <a:r>
              <a:rPr lang="en-IN" dirty="0"/>
              <a:t>')  # write in text mode</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A1511C1-899E-A372-BD60-B4B2030F3FFA}"/>
                  </a:ext>
                </a:extLst>
              </p14:cNvPr>
              <p14:cNvContentPartPr/>
              <p14:nvPr/>
            </p14:nvContentPartPr>
            <p14:xfrm>
              <a:off x="1331164" y="1007958"/>
              <a:ext cx="414720" cy="72000"/>
            </p14:xfrm>
          </p:contentPart>
        </mc:Choice>
        <mc:Fallback xmlns="">
          <p:pic>
            <p:nvPicPr>
              <p:cNvPr id="2" name="Ink 1">
                <a:extLst>
                  <a:ext uri="{FF2B5EF4-FFF2-40B4-BE49-F238E27FC236}">
                    <a16:creationId xmlns:a16="http://schemas.microsoft.com/office/drawing/2014/main" id="{9A1511C1-899E-A372-BD60-B4B2030F3FFA}"/>
                  </a:ext>
                </a:extLst>
              </p:cNvPr>
              <p:cNvPicPr/>
              <p:nvPr/>
            </p:nvPicPr>
            <p:blipFill>
              <a:blip r:embed="rId4"/>
              <a:stretch>
                <a:fillRect/>
              </a:stretch>
            </p:blipFill>
            <p:spPr>
              <a:xfrm>
                <a:off x="1322524" y="998958"/>
                <a:ext cx="432360" cy="89640"/>
              </a:xfrm>
              <a:prstGeom prst="rect">
                <a:avLst/>
              </a:prstGeom>
            </p:spPr>
          </p:pic>
        </mc:Fallback>
      </mc:AlternateContent>
      <p:grpSp>
        <p:nvGrpSpPr>
          <p:cNvPr id="7" name="Group 6">
            <a:extLst>
              <a:ext uri="{FF2B5EF4-FFF2-40B4-BE49-F238E27FC236}">
                <a16:creationId xmlns:a16="http://schemas.microsoft.com/office/drawing/2014/main" id="{8C87623D-8932-ED4C-2AB4-B84817373186}"/>
              </a:ext>
            </a:extLst>
          </p:cNvPr>
          <p:cNvGrpSpPr/>
          <p:nvPr/>
        </p:nvGrpSpPr>
        <p:grpSpPr>
          <a:xfrm>
            <a:off x="1350964" y="1788078"/>
            <a:ext cx="330120" cy="7560"/>
            <a:chOff x="1350964" y="1788078"/>
            <a:chExt cx="330120" cy="7560"/>
          </a:xfrm>
        </p:grpSpPr>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24C3128E-6D8A-5712-3008-AE647C038EF2}"/>
                    </a:ext>
                  </a:extLst>
                </p14:cNvPr>
                <p14:cNvContentPartPr/>
                <p14:nvPr/>
              </p14:nvContentPartPr>
              <p14:xfrm>
                <a:off x="1350964" y="1788078"/>
                <a:ext cx="322560" cy="7560"/>
              </p14:xfrm>
            </p:contentPart>
          </mc:Choice>
          <mc:Fallback xmlns="">
            <p:pic>
              <p:nvPicPr>
                <p:cNvPr id="4" name="Ink 3">
                  <a:extLst>
                    <a:ext uri="{FF2B5EF4-FFF2-40B4-BE49-F238E27FC236}">
                      <a16:creationId xmlns:a16="http://schemas.microsoft.com/office/drawing/2014/main" id="{24C3128E-6D8A-5712-3008-AE647C038EF2}"/>
                    </a:ext>
                  </a:extLst>
                </p:cNvPr>
                <p:cNvPicPr/>
                <p:nvPr/>
              </p:nvPicPr>
              <p:blipFill>
                <a:blip r:embed="rId6"/>
                <a:stretch>
                  <a:fillRect/>
                </a:stretch>
              </p:blipFill>
              <p:spPr>
                <a:xfrm>
                  <a:off x="1342324" y="1779078"/>
                  <a:ext cx="3402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A4D96D9C-EDF0-28F1-C2AE-D883D5F9B3A2}"/>
                    </a:ext>
                  </a:extLst>
                </p14:cNvPr>
                <p14:cNvContentPartPr/>
                <p14:nvPr/>
              </p14:nvContentPartPr>
              <p14:xfrm>
                <a:off x="1680724" y="1795278"/>
                <a:ext cx="360" cy="360"/>
              </p14:xfrm>
            </p:contentPart>
          </mc:Choice>
          <mc:Fallback xmlns="">
            <p:pic>
              <p:nvPicPr>
                <p:cNvPr id="5" name="Ink 4">
                  <a:extLst>
                    <a:ext uri="{FF2B5EF4-FFF2-40B4-BE49-F238E27FC236}">
                      <a16:creationId xmlns:a16="http://schemas.microsoft.com/office/drawing/2014/main" id="{A4D96D9C-EDF0-28F1-C2AE-D883D5F9B3A2}"/>
                    </a:ext>
                  </a:extLst>
                </p:cNvPr>
                <p:cNvPicPr/>
                <p:nvPr/>
              </p:nvPicPr>
              <p:blipFill>
                <a:blip r:embed="rId8"/>
                <a:stretch>
                  <a:fillRect/>
                </a:stretch>
              </p:blipFill>
              <p:spPr>
                <a:xfrm>
                  <a:off x="1672084" y="1786278"/>
                  <a:ext cx="18000" cy="18000"/>
                </a:xfrm>
                <a:prstGeom prst="rect">
                  <a:avLst/>
                </a:prstGeom>
              </p:spPr>
            </p:pic>
          </mc:Fallback>
        </mc:AlternateContent>
      </p:grpSp>
    </p:spTree>
    <p:extLst>
      <p:ext uri="{BB962C8B-B14F-4D97-AF65-F5344CB8AC3E}">
        <p14:creationId xmlns:p14="http://schemas.microsoft.com/office/powerpoint/2010/main" val="2421894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CB08-D6C2-464A-B571-C4EEB17EDD5F}"/>
              </a:ext>
            </a:extLst>
          </p:cNvPr>
          <p:cNvSpPr>
            <a:spLocks noGrp="1"/>
          </p:cNvSpPr>
          <p:nvPr>
            <p:ph type="title"/>
          </p:nvPr>
        </p:nvSpPr>
        <p:spPr/>
        <p:txBody>
          <a:bodyPr/>
          <a:lstStyle/>
          <a:p>
            <a:r>
              <a:rPr lang="en-IN" dirty="0"/>
              <a:t>The File Object Attributes</a:t>
            </a:r>
          </a:p>
        </p:txBody>
      </p:sp>
      <p:sp>
        <p:nvSpPr>
          <p:cNvPr id="3" name="Content Placeholder 2">
            <a:extLst>
              <a:ext uri="{FF2B5EF4-FFF2-40B4-BE49-F238E27FC236}">
                <a16:creationId xmlns:a16="http://schemas.microsoft.com/office/drawing/2014/main" id="{6E99EE5E-9381-43AC-BE6B-66893E604B03}"/>
              </a:ext>
            </a:extLst>
          </p:cNvPr>
          <p:cNvSpPr>
            <a:spLocks noGrp="1"/>
          </p:cNvSpPr>
          <p:nvPr>
            <p:ph idx="1"/>
          </p:nvPr>
        </p:nvSpPr>
        <p:spPr/>
        <p:txBody>
          <a:bodyPr/>
          <a:lstStyle/>
          <a:p>
            <a:r>
              <a:rPr lang="en-IN" dirty="0"/>
              <a:t>Once a file is opened and you have one </a:t>
            </a:r>
            <a:r>
              <a:rPr lang="en-IN" i="1" dirty="0"/>
              <a:t>file</a:t>
            </a:r>
            <a:r>
              <a:rPr lang="en-IN" dirty="0"/>
              <a:t> object, you can get various information related to that file.</a:t>
            </a:r>
          </a:p>
          <a:p>
            <a:r>
              <a:rPr lang="en-IN" dirty="0"/>
              <a:t>Here is a list of all attributes related to file object:</a:t>
            </a:r>
          </a:p>
          <a:p>
            <a:endParaRPr lang="en-IN" dirty="0"/>
          </a:p>
        </p:txBody>
      </p:sp>
      <p:pic>
        <p:nvPicPr>
          <p:cNvPr id="4" name="Picture 3">
            <a:extLst>
              <a:ext uri="{FF2B5EF4-FFF2-40B4-BE49-F238E27FC236}">
                <a16:creationId xmlns:a16="http://schemas.microsoft.com/office/drawing/2014/main" id="{AD6306BC-813F-4A7A-BDA9-B893B9B8B1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98" y="3741038"/>
            <a:ext cx="6409100" cy="2573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1146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2D3E8-270C-4DA4-9278-27B4EF1AD740}"/>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AD653277-E2E2-4C83-8BAA-409C57109230}"/>
              </a:ext>
            </a:extLst>
          </p:cNvPr>
          <p:cNvSpPr>
            <a:spLocks noGrp="1"/>
          </p:cNvSpPr>
          <p:nvPr>
            <p:ph idx="1"/>
          </p:nvPr>
        </p:nvSpPr>
        <p:spPr/>
        <p:txBody>
          <a:bodyPr/>
          <a:lstStyle/>
          <a:p>
            <a:pPr marL="0" indent="0">
              <a:buNone/>
            </a:pPr>
            <a:r>
              <a:rPr lang="en-US" dirty="0"/>
              <a:t>file = open("foo.txt", "w") </a:t>
            </a:r>
          </a:p>
          <a:p>
            <a:pPr marL="0" indent="0">
              <a:buNone/>
            </a:pPr>
            <a:r>
              <a:rPr lang="en-US" dirty="0"/>
              <a:t>print ("Name of the file: ", file.name )</a:t>
            </a:r>
          </a:p>
          <a:p>
            <a:pPr marL="0" indent="0">
              <a:buNone/>
            </a:pPr>
            <a:r>
              <a:rPr lang="en-US" dirty="0"/>
              <a:t>print ("Closed or not : ", </a:t>
            </a:r>
            <a:r>
              <a:rPr lang="en-US" dirty="0" err="1"/>
              <a:t>file.closed</a:t>
            </a:r>
            <a:r>
              <a:rPr lang="en-US" dirty="0"/>
              <a:t> )</a:t>
            </a:r>
          </a:p>
          <a:p>
            <a:pPr marL="0" indent="0">
              <a:buNone/>
            </a:pPr>
            <a:r>
              <a:rPr lang="en-US" dirty="0"/>
              <a:t>print ("Opening mode : ", </a:t>
            </a:r>
            <a:r>
              <a:rPr lang="en-US" dirty="0" err="1"/>
              <a:t>file.mode</a:t>
            </a:r>
            <a:r>
              <a:rPr lang="en-US" dirty="0"/>
              <a:t>)</a:t>
            </a:r>
          </a:p>
          <a:p>
            <a:endParaRPr lang="en-IN" dirty="0"/>
          </a:p>
        </p:txBody>
      </p:sp>
    </p:spTree>
    <p:extLst>
      <p:ext uri="{BB962C8B-B14F-4D97-AF65-F5344CB8AC3E}">
        <p14:creationId xmlns:p14="http://schemas.microsoft.com/office/powerpoint/2010/main" val="2993425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18B00-624B-4309-B27F-DCAD616F7662}"/>
              </a:ext>
            </a:extLst>
          </p:cNvPr>
          <p:cNvSpPr>
            <a:spLocks noGrp="1"/>
          </p:cNvSpPr>
          <p:nvPr>
            <p:ph type="title"/>
          </p:nvPr>
        </p:nvSpPr>
        <p:spPr/>
        <p:txBody>
          <a:bodyPr/>
          <a:lstStyle/>
          <a:p>
            <a:r>
              <a:rPr lang="en-IN" dirty="0"/>
              <a:t>Closing a file</a:t>
            </a:r>
          </a:p>
        </p:txBody>
      </p:sp>
      <p:sp>
        <p:nvSpPr>
          <p:cNvPr id="3" name="Content Placeholder 2">
            <a:extLst>
              <a:ext uri="{FF2B5EF4-FFF2-40B4-BE49-F238E27FC236}">
                <a16:creationId xmlns:a16="http://schemas.microsoft.com/office/drawing/2014/main" id="{6258E1F9-730D-4633-B788-C6CF5C74AE7F}"/>
              </a:ext>
            </a:extLst>
          </p:cNvPr>
          <p:cNvSpPr>
            <a:spLocks noGrp="1"/>
          </p:cNvSpPr>
          <p:nvPr>
            <p:ph idx="1"/>
          </p:nvPr>
        </p:nvSpPr>
        <p:spPr>
          <a:xfrm>
            <a:off x="1451579" y="2015732"/>
            <a:ext cx="9603275" cy="4226042"/>
          </a:xfrm>
        </p:spPr>
        <p:txBody>
          <a:bodyPr>
            <a:normAutofit/>
          </a:bodyPr>
          <a:lstStyle/>
          <a:p>
            <a:r>
              <a:rPr lang="en-IN" b="0" i="0" dirty="0">
                <a:solidFill>
                  <a:srgbClr val="000000"/>
                </a:solidFill>
                <a:effectLst/>
              </a:rPr>
              <a:t>Once all the operations are done on the file, we must close it through our Python script using the </a:t>
            </a:r>
            <a:r>
              <a:rPr lang="en-IN" b="1" i="0" dirty="0">
                <a:effectLst/>
              </a:rPr>
              <a:t>close()</a:t>
            </a:r>
            <a:r>
              <a:rPr lang="en-IN" b="0" i="0" dirty="0">
                <a:solidFill>
                  <a:srgbClr val="000000"/>
                </a:solidFill>
                <a:effectLst/>
              </a:rPr>
              <a:t> method. Any unwritten information gets destroyed once the </a:t>
            </a:r>
            <a:r>
              <a:rPr lang="en-IN" b="1" i="0" dirty="0">
                <a:effectLst/>
              </a:rPr>
              <a:t>close()</a:t>
            </a:r>
            <a:r>
              <a:rPr lang="en-IN" b="0" i="0" dirty="0">
                <a:solidFill>
                  <a:srgbClr val="000000"/>
                </a:solidFill>
                <a:effectLst/>
              </a:rPr>
              <a:t> method is called on a file object.</a:t>
            </a:r>
          </a:p>
          <a:p>
            <a:pPr algn="l"/>
            <a:r>
              <a:rPr lang="en-IN" b="1" i="0" dirty="0">
                <a:solidFill>
                  <a:srgbClr val="000000"/>
                </a:solidFill>
                <a:effectLst/>
              </a:rPr>
              <a:t>Syntax</a:t>
            </a:r>
            <a:r>
              <a:rPr lang="en-IN" dirty="0">
                <a:solidFill>
                  <a:srgbClr val="000000"/>
                </a:solidFill>
              </a:rPr>
              <a:t>:- </a:t>
            </a:r>
            <a:r>
              <a:rPr lang="en-IN" b="0" i="0" dirty="0" err="1">
                <a:solidFill>
                  <a:srgbClr val="000000"/>
                </a:solidFill>
                <a:effectLst/>
              </a:rPr>
              <a:t>fileobject.close</a:t>
            </a:r>
            <a:r>
              <a:rPr lang="en-IN" b="0" i="0" dirty="0">
                <a:solidFill>
                  <a:srgbClr val="000000"/>
                </a:solidFill>
                <a:effectLst/>
              </a:rPr>
              <a:t>() </a:t>
            </a:r>
          </a:p>
          <a:p>
            <a:pPr marL="0" indent="0">
              <a:buNone/>
            </a:pPr>
            <a:r>
              <a:rPr lang="en-US" dirty="0"/>
              <a:t># Open a file</a:t>
            </a:r>
          </a:p>
          <a:p>
            <a:pPr marL="0" indent="0">
              <a:buNone/>
            </a:pPr>
            <a:r>
              <a:rPr lang="en-US" dirty="0" err="1"/>
              <a:t>fo</a:t>
            </a:r>
            <a:r>
              <a:rPr lang="en-US" dirty="0"/>
              <a:t> = open("foo.txt", "w")</a:t>
            </a:r>
          </a:p>
          <a:p>
            <a:pPr marL="0" indent="0">
              <a:buNone/>
            </a:pPr>
            <a:r>
              <a:rPr lang="en-US" dirty="0"/>
              <a:t>print ("Name of the file: ", fo.name)</a:t>
            </a:r>
          </a:p>
          <a:p>
            <a:pPr marL="0" indent="0">
              <a:buNone/>
            </a:pPr>
            <a:r>
              <a:rPr lang="en-US" dirty="0"/>
              <a:t># Close opened file</a:t>
            </a:r>
          </a:p>
          <a:p>
            <a:pPr marL="0" indent="0">
              <a:buNone/>
            </a:pPr>
            <a:r>
              <a:rPr lang="en-US" dirty="0" err="1"/>
              <a:t>fo.close</a:t>
            </a:r>
            <a:r>
              <a:rPr lang="en-US" dirty="0"/>
              <a:t>()</a:t>
            </a:r>
          </a:p>
          <a:p>
            <a:endParaRPr lang="en-IN" dirty="0"/>
          </a:p>
        </p:txBody>
      </p:sp>
    </p:spTree>
    <p:extLst>
      <p:ext uri="{BB962C8B-B14F-4D97-AF65-F5344CB8AC3E}">
        <p14:creationId xmlns:p14="http://schemas.microsoft.com/office/powerpoint/2010/main" val="3080856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2FF05-15D5-413C-AF39-0634B92ADA25}"/>
              </a:ext>
            </a:extLst>
          </p:cNvPr>
          <p:cNvSpPr>
            <a:spLocks noGrp="1"/>
          </p:cNvSpPr>
          <p:nvPr>
            <p:ph type="title"/>
          </p:nvPr>
        </p:nvSpPr>
        <p:spPr/>
        <p:txBody>
          <a:bodyPr/>
          <a:lstStyle/>
          <a:p>
            <a:r>
              <a:rPr lang="en-IN" dirty="0"/>
              <a:t>The </a:t>
            </a:r>
            <a:r>
              <a:rPr lang="en-IN" i="1" dirty="0"/>
              <a:t>write()</a:t>
            </a:r>
            <a:r>
              <a:rPr lang="en-IN" dirty="0"/>
              <a:t> Method</a:t>
            </a:r>
            <a:br>
              <a:rPr lang="en-IN" dirty="0"/>
            </a:br>
            <a:endParaRPr lang="en-IN" dirty="0"/>
          </a:p>
        </p:txBody>
      </p:sp>
      <p:sp>
        <p:nvSpPr>
          <p:cNvPr id="3" name="Content Placeholder 2">
            <a:extLst>
              <a:ext uri="{FF2B5EF4-FFF2-40B4-BE49-F238E27FC236}">
                <a16:creationId xmlns:a16="http://schemas.microsoft.com/office/drawing/2014/main" id="{6444B4E8-342F-4483-BBB9-D2B618F92C2D}"/>
              </a:ext>
            </a:extLst>
          </p:cNvPr>
          <p:cNvSpPr>
            <a:spLocks noGrp="1"/>
          </p:cNvSpPr>
          <p:nvPr>
            <p:ph idx="1"/>
          </p:nvPr>
        </p:nvSpPr>
        <p:spPr/>
        <p:txBody>
          <a:bodyPr/>
          <a:lstStyle/>
          <a:p>
            <a:r>
              <a:rPr lang="en-IN" dirty="0"/>
              <a:t>The </a:t>
            </a:r>
            <a:r>
              <a:rPr lang="en-IN" i="1" dirty="0"/>
              <a:t>write()</a:t>
            </a:r>
            <a:r>
              <a:rPr lang="en-IN" dirty="0"/>
              <a:t> method writes any string to an open file. It is important to note that Python strings can have binary data and not just text.</a:t>
            </a:r>
          </a:p>
          <a:p>
            <a:r>
              <a:rPr lang="en-IN" dirty="0"/>
              <a:t>The write() method does not add a newline character ('\n') to the end of the string −</a:t>
            </a:r>
          </a:p>
          <a:p>
            <a:endParaRPr lang="en-IN" dirty="0"/>
          </a:p>
          <a:p>
            <a:pPr marL="0" indent="0">
              <a:buNone/>
            </a:pPr>
            <a:r>
              <a:rPr lang="en-IN" dirty="0"/>
              <a:t>Syntax</a:t>
            </a:r>
          </a:p>
          <a:p>
            <a:r>
              <a:rPr lang="en-IN" dirty="0" err="1"/>
              <a:t>fileObject.write</a:t>
            </a:r>
            <a:r>
              <a:rPr lang="en-IN" dirty="0"/>
              <a:t>(string)</a:t>
            </a:r>
          </a:p>
          <a:p>
            <a:endParaRPr lang="en-IN" dirty="0"/>
          </a:p>
          <a:p>
            <a:endParaRPr lang="en-IN" dirty="0"/>
          </a:p>
          <a:p>
            <a:endParaRPr lang="en-IN" dirty="0"/>
          </a:p>
          <a:p>
            <a:endParaRPr lang="en-IN"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6727ED6C-4543-E843-20D6-CD7E2D575A6D}"/>
                  </a:ext>
                </a:extLst>
              </p14:cNvPr>
              <p14:cNvContentPartPr/>
              <p14:nvPr/>
            </p14:nvContentPartPr>
            <p14:xfrm>
              <a:off x="2998684" y="4786878"/>
              <a:ext cx="360" cy="360"/>
            </p14:xfrm>
          </p:contentPart>
        </mc:Choice>
        <mc:Fallback xmlns="">
          <p:pic>
            <p:nvPicPr>
              <p:cNvPr id="6" name="Ink 5">
                <a:extLst>
                  <a:ext uri="{FF2B5EF4-FFF2-40B4-BE49-F238E27FC236}">
                    <a16:creationId xmlns:a16="http://schemas.microsoft.com/office/drawing/2014/main" id="{6727ED6C-4543-E843-20D6-CD7E2D575A6D}"/>
                  </a:ext>
                </a:extLst>
              </p:cNvPr>
              <p:cNvPicPr/>
              <p:nvPr/>
            </p:nvPicPr>
            <p:blipFill>
              <a:blip r:embed="rId3"/>
              <a:stretch>
                <a:fillRect/>
              </a:stretch>
            </p:blipFill>
            <p:spPr>
              <a:xfrm>
                <a:off x="2989684" y="4777878"/>
                <a:ext cx="18000" cy="18000"/>
              </a:xfrm>
              <a:prstGeom prst="rect">
                <a:avLst/>
              </a:prstGeom>
            </p:spPr>
          </p:pic>
        </mc:Fallback>
      </mc:AlternateContent>
    </p:spTree>
    <p:extLst>
      <p:ext uri="{BB962C8B-B14F-4D97-AF65-F5344CB8AC3E}">
        <p14:creationId xmlns:p14="http://schemas.microsoft.com/office/powerpoint/2010/main" val="1179715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D0C45-5EFB-4DBD-B8FD-DBE549A23392}"/>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F8646BA5-594E-4B79-9958-40A35065DFFB}"/>
              </a:ext>
            </a:extLst>
          </p:cNvPr>
          <p:cNvSpPr>
            <a:spLocks noGrp="1"/>
          </p:cNvSpPr>
          <p:nvPr>
            <p:ph idx="1"/>
          </p:nvPr>
        </p:nvSpPr>
        <p:spPr/>
        <p:txBody>
          <a:bodyPr/>
          <a:lstStyle/>
          <a:p>
            <a:pPr marL="0" indent="0">
              <a:buNone/>
            </a:pPr>
            <a:r>
              <a:rPr lang="en-US" dirty="0" err="1"/>
              <a:t>fo</a:t>
            </a:r>
            <a:r>
              <a:rPr lang="en-US" dirty="0"/>
              <a:t> = open(“demo.txt", "w")</a:t>
            </a:r>
          </a:p>
          <a:p>
            <a:pPr marL="0" indent="0">
              <a:buNone/>
            </a:pPr>
            <a:r>
              <a:rPr lang="en-US" dirty="0" err="1"/>
              <a:t>fo.write</a:t>
            </a:r>
            <a:r>
              <a:rPr lang="en-US" dirty="0"/>
              <a:t>( "Python is a great language.\</a:t>
            </a:r>
            <a:r>
              <a:rPr lang="en-US" dirty="0" err="1"/>
              <a:t>nYeah</a:t>
            </a:r>
            <a:r>
              <a:rPr lang="en-US" dirty="0"/>
              <a:t> its great!!\n")</a:t>
            </a:r>
          </a:p>
          <a:p>
            <a:pPr marL="0" indent="0">
              <a:buNone/>
            </a:pPr>
            <a:endParaRPr lang="en-US" dirty="0"/>
          </a:p>
          <a:p>
            <a:pPr marL="0" indent="0">
              <a:buNone/>
            </a:pPr>
            <a:r>
              <a:rPr lang="en-US" dirty="0"/>
              <a:t># Close opened file</a:t>
            </a:r>
          </a:p>
          <a:p>
            <a:pPr marL="0" indent="0">
              <a:buNone/>
            </a:pPr>
            <a:r>
              <a:rPr lang="en-US" dirty="0" err="1"/>
              <a:t>fo.close</a:t>
            </a:r>
            <a:r>
              <a:rPr lang="en-US" dirty="0"/>
              <a:t>()</a:t>
            </a:r>
            <a:endParaRPr lang="en-IN" dirty="0"/>
          </a:p>
          <a:p>
            <a:pPr marL="0" indent="0">
              <a:buNone/>
            </a:pPr>
            <a:endParaRPr lang="en-IN" dirty="0"/>
          </a:p>
        </p:txBody>
      </p:sp>
      <p:grpSp>
        <p:nvGrpSpPr>
          <p:cNvPr id="17" name="Group 16">
            <a:extLst>
              <a:ext uri="{FF2B5EF4-FFF2-40B4-BE49-F238E27FC236}">
                <a16:creationId xmlns:a16="http://schemas.microsoft.com/office/drawing/2014/main" id="{5B45F784-5DA0-5E1A-6AD1-580FEFBD70CB}"/>
              </a:ext>
            </a:extLst>
          </p:cNvPr>
          <p:cNvGrpSpPr/>
          <p:nvPr/>
        </p:nvGrpSpPr>
        <p:grpSpPr>
          <a:xfrm>
            <a:off x="3341404" y="228198"/>
            <a:ext cx="343440" cy="308880"/>
            <a:chOff x="3341404" y="228198"/>
            <a:chExt cx="343440" cy="308880"/>
          </a:xfrm>
        </p:grpSpPr>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D24EF933-9D60-5B1D-4948-A3DEB1F3981D}"/>
                    </a:ext>
                  </a:extLst>
                </p14:cNvPr>
                <p14:cNvContentPartPr/>
                <p14:nvPr/>
              </p14:nvContentPartPr>
              <p14:xfrm>
                <a:off x="3341404" y="228198"/>
                <a:ext cx="337320" cy="308880"/>
              </p14:xfrm>
            </p:contentPart>
          </mc:Choice>
          <mc:Fallback xmlns="">
            <p:pic>
              <p:nvPicPr>
                <p:cNvPr id="12" name="Ink 11">
                  <a:extLst>
                    <a:ext uri="{FF2B5EF4-FFF2-40B4-BE49-F238E27FC236}">
                      <a16:creationId xmlns:a16="http://schemas.microsoft.com/office/drawing/2014/main" id="{D24EF933-9D60-5B1D-4948-A3DEB1F3981D}"/>
                    </a:ext>
                  </a:extLst>
                </p:cNvPr>
                <p:cNvPicPr/>
                <p:nvPr/>
              </p:nvPicPr>
              <p:blipFill>
                <a:blip r:embed="rId3"/>
                <a:stretch>
                  <a:fillRect/>
                </a:stretch>
              </p:blipFill>
              <p:spPr>
                <a:xfrm>
                  <a:off x="3332404" y="219558"/>
                  <a:ext cx="35496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D2699DCA-642A-8219-C174-BA6672EE5BB9}"/>
                    </a:ext>
                  </a:extLst>
                </p14:cNvPr>
                <p14:cNvContentPartPr/>
                <p14:nvPr/>
              </p14:nvContentPartPr>
              <p14:xfrm>
                <a:off x="3684484" y="228198"/>
                <a:ext cx="360" cy="360"/>
              </p14:xfrm>
            </p:contentPart>
          </mc:Choice>
          <mc:Fallback xmlns="">
            <p:pic>
              <p:nvPicPr>
                <p:cNvPr id="13" name="Ink 12">
                  <a:extLst>
                    <a:ext uri="{FF2B5EF4-FFF2-40B4-BE49-F238E27FC236}">
                      <a16:creationId xmlns:a16="http://schemas.microsoft.com/office/drawing/2014/main" id="{D2699DCA-642A-8219-C174-BA6672EE5BB9}"/>
                    </a:ext>
                  </a:extLst>
                </p:cNvPr>
                <p:cNvPicPr/>
                <p:nvPr/>
              </p:nvPicPr>
              <p:blipFill>
                <a:blip r:embed="rId5"/>
                <a:stretch>
                  <a:fillRect/>
                </a:stretch>
              </p:blipFill>
              <p:spPr>
                <a:xfrm>
                  <a:off x="3675484" y="219558"/>
                  <a:ext cx="18000" cy="18000"/>
                </a:xfrm>
                <a:prstGeom prst="rect">
                  <a:avLst/>
                </a:prstGeom>
              </p:spPr>
            </p:pic>
          </mc:Fallback>
        </mc:AlternateContent>
      </p:grpSp>
      <p:grpSp>
        <p:nvGrpSpPr>
          <p:cNvPr id="16" name="Group 15">
            <a:extLst>
              <a:ext uri="{FF2B5EF4-FFF2-40B4-BE49-F238E27FC236}">
                <a16:creationId xmlns:a16="http://schemas.microsoft.com/office/drawing/2014/main" id="{D5FFAB9A-1640-46E8-0383-4E407264D98A}"/>
              </a:ext>
            </a:extLst>
          </p:cNvPr>
          <p:cNvGrpSpPr/>
          <p:nvPr/>
        </p:nvGrpSpPr>
        <p:grpSpPr>
          <a:xfrm>
            <a:off x="4121524" y="161238"/>
            <a:ext cx="444240" cy="250560"/>
            <a:chOff x="4121524" y="161238"/>
            <a:chExt cx="444240" cy="250560"/>
          </a:xfrm>
        </p:grpSpPr>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30126854-CEF3-7E35-8C42-84C5EE8BAD03}"/>
                    </a:ext>
                  </a:extLst>
                </p14:cNvPr>
                <p14:cNvContentPartPr/>
                <p14:nvPr/>
              </p14:nvContentPartPr>
              <p14:xfrm>
                <a:off x="4121524" y="161238"/>
                <a:ext cx="444240" cy="250560"/>
              </p14:xfrm>
            </p:contentPart>
          </mc:Choice>
          <mc:Fallback xmlns="">
            <p:pic>
              <p:nvPicPr>
                <p:cNvPr id="14" name="Ink 13">
                  <a:extLst>
                    <a:ext uri="{FF2B5EF4-FFF2-40B4-BE49-F238E27FC236}">
                      <a16:creationId xmlns:a16="http://schemas.microsoft.com/office/drawing/2014/main" id="{30126854-CEF3-7E35-8C42-84C5EE8BAD03}"/>
                    </a:ext>
                  </a:extLst>
                </p:cNvPr>
                <p:cNvPicPr/>
                <p:nvPr/>
              </p:nvPicPr>
              <p:blipFill>
                <a:blip r:embed="rId7"/>
                <a:stretch>
                  <a:fillRect/>
                </a:stretch>
              </p:blipFill>
              <p:spPr>
                <a:xfrm>
                  <a:off x="4112524" y="152238"/>
                  <a:ext cx="46188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899D27A4-02A8-CBAD-575D-F1B2D207548A}"/>
                    </a:ext>
                  </a:extLst>
                </p14:cNvPr>
                <p14:cNvContentPartPr/>
                <p14:nvPr/>
              </p14:nvContentPartPr>
              <p14:xfrm>
                <a:off x="4538044" y="161238"/>
                <a:ext cx="360" cy="360"/>
              </p14:xfrm>
            </p:contentPart>
          </mc:Choice>
          <mc:Fallback xmlns="">
            <p:pic>
              <p:nvPicPr>
                <p:cNvPr id="15" name="Ink 14">
                  <a:extLst>
                    <a:ext uri="{FF2B5EF4-FFF2-40B4-BE49-F238E27FC236}">
                      <a16:creationId xmlns:a16="http://schemas.microsoft.com/office/drawing/2014/main" id="{899D27A4-02A8-CBAD-575D-F1B2D207548A}"/>
                    </a:ext>
                  </a:extLst>
                </p:cNvPr>
                <p:cNvPicPr/>
                <p:nvPr/>
              </p:nvPicPr>
              <p:blipFill>
                <a:blip r:embed="rId5"/>
                <a:stretch>
                  <a:fillRect/>
                </a:stretch>
              </p:blipFill>
              <p:spPr>
                <a:xfrm>
                  <a:off x="4529404" y="152238"/>
                  <a:ext cx="18000" cy="18000"/>
                </a:xfrm>
                <a:prstGeom prst="rect">
                  <a:avLst/>
                </a:prstGeom>
              </p:spPr>
            </p:pic>
          </mc:Fallback>
        </mc:AlternateContent>
      </p:grpSp>
      <p:grpSp>
        <p:nvGrpSpPr>
          <p:cNvPr id="20" name="Group 19">
            <a:extLst>
              <a:ext uri="{FF2B5EF4-FFF2-40B4-BE49-F238E27FC236}">
                <a16:creationId xmlns:a16="http://schemas.microsoft.com/office/drawing/2014/main" id="{C20B126E-EFFA-7357-9B68-8D722F2FAD00}"/>
              </a:ext>
            </a:extLst>
          </p:cNvPr>
          <p:cNvGrpSpPr/>
          <p:nvPr/>
        </p:nvGrpSpPr>
        <p:grpSpPr>
          <a:xfrm>
            <a:off x="4954204" y="180318"/>
            <a:ext cx="384120" cy="223920"/>
            <a:chOff x="4954204" y="180318"/>
            <a:chExt cx="384120" cy="223920"/>
          </a:xfrm>
        </p:grpSpPr>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EFABC98E-BFEA-90CE-C663-7D22B0900C3A}"/>
                    </a:ext>
                  </a:extLst>
                </p14:cNvPr>
                <p14:cNvContentPartPr/>
                <p14:nvPr/>
              </p14:nvContentPartPr>
              <p14:xfrm>
                <a:off x="4954204" y="180318"/>
                <a:ext cx="379440" cy="223920"/>
              </p14:xfrm>
            </p:contentPart>
          </mc:Choice>
          <mc:Fallback xmlns="">
            <p:pic>
              <p:nvPicPr>
                <p:cNvPr id="18" name="Ink 17">
                  <a:extLst>
                    <a:ext uri="{FF2B5EF4-FFF2-40B4-BE49-F238E27FC236}">
                      <a16:creationId xmlns:a16="http://schemas.microsoft.com/office/drawing/2014/main" id="{EFABC98E-BFEA-90CE-C663-7D22B0900C3A}"/>
                    </a:ext>
                  </a:extLst>
                </p:cNvPr>
                <p:cNvPicPr/>
                <p:nvPr/>
              </p:nvPicPr>
              <p:blipFill>
                <a:blip r:embed="rId10"/>
                <a:stretch>
                  <a:fillRect/>
                </a:stretch>
              </p:blipFill>
              <p:spPr>
                <a:xfrm>
                  <a:off x="4945564" y="171678"/>
                  <a:ext cx="39708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39C52D06-35B3-CC04-7119-69962FC8640D}"/>
                    </a:ext>
                  </a:extLst>
                </p14:cNvPr>
                <p14:cNvContentPartPr/>
                <p14:nvPr/>
              </p14:nvContentPartPr>
              <p14:xfrm>
                <a:off x="5337964" y="383358"/>
                <a:ext cx="360" cy="360"/>
              </p14:xfrm>
            </p:contentPart>
          </mc:Choice>
          <mc:Fallback xmlns="">
            <p:pic>
              <p:nvPicPr>
                <p:cNvPr id="19" name="Ink 18">
                  <a:extLst>
                    <a:ext uri="{FF2B5EF4-FFF2-40B4-BE49-F238E27FC236}">
                      <a16:creationId xmlns:a16="http://schemas.microsoft.com/office/drawing/2014/main" id="{39C52D06-35B3-CC04-7119-69962FC8640D}"/>
                    </a:ext>
                  </a:extLst>
                </p:cNvPr>
                <p:cNvPicPr/>
                <p:nvPr/>
              </p:nvPicPr>
              <p:blipFill>
                <a:blip r:embed="rId5"/>
                <a:stretch>
                  <a:fillRect/>
                </a:stretch>
              </p:blipFill>
              <p:spPr>
                <a:xfrm>
                  <a:off x="5329324" y="374358"/>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4" name="Ink 3">
                <a:extLst>
                  <a:ext uri="{FF2B5EF4-FFF2-40B4-BE49-F238E27FC236}">
                    <a16:creationId xmlns:a16="http://schemas.microsoft.com/office/drawing/2014/main" id="{66E1C71F-3BB3-6C2C-6562-A37CB77952F3}"/>
                  </a:ext>
                </a:extLst>
              </p14:cNvPr>
              <p14:cNvContentPartPr/>
              <p14:nvPr/>
            </p14:nvContentPartPr>
            <p14:xfrm>
              <a:off x="7469524" y="305958"/>
              <a:ext cx="452160" cy="481680"/>
            </p14:xfrm>
          </p:contentPart>
        </mc:Choice>
        <mc:Fallback xmlns="">
          <p:pic>
            <p:nvPicPr>
              <p:cNvPr id="4" name="Ink 3">
                <a:extLst>
                  <a:ext uri="{FF2B5EF4-FFF2-40B4-BE49-F238E27FC236}">
                    <a16:creationId xmlns:a16="http://schemas.microsoft.com/office/drawing/2014/main" id="{66E1C71F-3BB3-6C2C-6562-A37CB77952F3}"/>
                  </a:ext>
                </a:extLst>
              </p:cNvPr>
              <p:cNvPicPr/>
              <p:nvPr/>
            </p:nvPicPr>
            <p:blipFill>
              <a:blip r:embed="rId13"/>
              <a:stretch>
                <a:fillRect/>
              </a:stretch>
            </p:blipFill>
            <p:spPr>
              <a:xfrm>
                <a:off x="7460884" y="297318"/>
                <a:ext cx="469800" cy="499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 name="Ink 4">
                <a:extLst>
                  <a:ext uri="{FF2B5EF4-FFF2-40B4-BE49-F238E27FC236}">
                    <a16:creationId xmlns:a16="http://schemas.microsoft.com/office/drawing/2014/main" id="{26E57788-881D-365C-A5C7-812FB288EBD9}"/>
                  </a:ext>
                </a:extLst>
              </p14:cNvPr>
              <p14:cNvContentPartPr/>
              <p14:nvPr/>
            </p14:nvContentPartPr>
            <p14:xfrm>
              <a:off x="8054524" y="577398"/>
              <a:ext cx="268560" cy="7560"/>
            </p14:xfrm>
          </p:contentPart>
        </mc:Choice>
        <mc:Fallback xmlns="">
          <p:pic>
            <p:nvPicPr>
              <p:cNvPr id="5" name="Ink 4">
                <a:extLst>
                  <a:ext uri="{FF2B5EF4-FFF2-40B4-BE49-F238E27FC236}">
                    <a16:creationId xmlns:a16="http://schemas.microsoft.com/office/drawing/2014/main" id="{26E57788-881D-365C-A5C7-812FB288EBD9}"/>
                  </a:ext>
                </a:extLst>
              </p:cNvPr>
              <p:cNvPicPr/>
              <p:nvPr/>
            </p:nvPicPr>
            <p:blipFill>
              <a:blip r:embed="rId15"/>
              <a:stretch>
                <a:fillRect/>
              </a:stretch>
            </p:blipFill>
            <p:spPr>
              <a:xfrm>
                <a:off x="8045884" y="568398"/>
                <a:ext cx="2862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Ink 5">
                <a:extLst>
                  <a:ext uri="{FF2B5EF4-FFF2-40B4-BE49-F238E27FC236}">
                    <a16:creationId xmlns:a16="http://schemas.microsoft.com/office/drawing/2014/main" id="{33AB53A2-1643-44FE-486A-4CC2262E72EE}"/>
                  </a:ext>
                </a:extLst>
              </p14:cNvPr>
              <p14:cNvContentPartPr/>
              <p14:nvPr/>
            </p14:nvContentPartPr>
            <p14:xfrm>
              <a:off x="8175484" y="403158"/>
              <a:ext cx="32760" cy="303840"/>
            </p14:xfrm>
          </p:contentPart>
        </mc:Choice>
        <mc:Fallback xmlns="">
          <p:pic>
            <p:nvPicPr>
              <p:cNvPr id="6" name="Ink 5">
                <a:extLst>
                  <a:ext uri="{FF2B5EF4-FFF2-40B4-BE49-F238E27FC236}">
                    <a16:creationId xmlns:a16="http://schemas.microsoft.com/office/drawing/2014/main" id="{33AB53A2-1643-44FE-486A-4CC2262E72EE}"/>
                  </a:ext>
                </a:extLst>
              </p:cNvPr>
              <p:cNvPicPr/>
              <p:nvPr/>
            </p:nvPicPr>
            <p:blipFill>
              <a:blip r:embed="rId17"/>
              <a:stretch>
                <a:fillRect/>
              </a:stretch>
            </p:blipFill>
            <p:spPr>
              <a:xfrm>
                <a:off x="8166844" y="394158"/>
                <a:ext cx="5040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1" name="Ink 20">
                <a:extLst>
                  <a:ext uri="{FF2B5EF4-FFF2-40B4-BE49-F238E27FC236}">
                    <a16:creationId xmlns:a16="http://schemas.microsoft.com/office/drawing/2014/main" id="{9D427D84-D042-70EF-8098-5E5D092A7A27}"/>
                  </a:ext>
                </a:extLst>
              </p14:cNvPr>
              <p14:cNvContentPartPr/>
              <p14:nvPr/>
            </p14:nvContentPartPr>
            <p14:xfrm>
              <a:off x="8377444" y="93558"/>
              <a:ext cx="451080" cy="424440"/>
            </p14:xfrm>
          </p:contentPart>
        </mc:Choice>
        <mc:Fallback xmlns="">
          <p:pic>
            <p:nvPicPr>
              <p:cNvPr id="21" name="Ink 20">
                <a:extLst>
                  <a:ext uri="{FF2B5EF4-FFF2-40B4-BE49-F238E27FC236}">
                    <a16:creationId xmlns:a16="http://schemas.microsoft.com/office/drawing/2014/main" id="{9D427D84-D042-70EF-8098-5E5D092A7A27}"/>
                  </a:ext>
                </a:extLst>
              </p:cNvPr>
              <p:cNvPicPr/>
              <p:nvPr/>
            </p:nvPicPr>
            <p:blipFill>
              <a:blip r:embed="rId19"/>
              <a:stretch>
                <a:fillRect/>
              </a:stretch>
            </p:blipFill>
            <p:spPr>
              <a:xfrm>
                <a:off x="8368444" y="84918"/>
                <a:ext cx="4687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2" name="Ink 21">
                <a:extLst>
                  <a:ext uri="{FF2B5EF4-FFF2-40B4-BE49-F238E27FC236}">
                    <a16:creationId xmlns:a16="http://schemas.microsoft.com/office/drawing/2014/main" id="{D5386783-F3E0-BDD9-F532-DD9CA5DA30E1}"/>
                  </a:ext>
                </a:extLst>
              </p14:cNvPr>
              <p14:cNvContentPartPr/>
              <p14:nvPr/>
            </p14:nvContentPartPr>
            <p14:xfrm>
              <a:off x="8834644" y="93918"/>
              <a:ext cx="360" cy="360"/>
            </p14:xfrm>
          </p:contentPart>
        </mc:Choice>
        <mc:Fallback xmlns="">
          <p:pic>
            <p:nvPicPr>
              <p:cNvPr id="22" name="Ink 21">
                <a:extLst>
                  <a:ext uri="{FF2B5EF4-FFF2-40B4-BE49-F238E27FC236}">
                    <a16:creationId xmlns:a16="http://schemas.microsoft.com/office/drawing/2014/main" id="{D5386783-F3E0-BDD9-F532-DD9CA5DA30E1}"/>
                  </a:ext>
                </a:extLst>
              </p:cNvPr>
              <p:cNvPicPr/>
              <p:nvPr/>
            </p:nvPicPr>
            <p:blipFill>
              <a:blip r:embed="rId5"/>
              <a:stretch>
                <a:fillRect/>
              </a:stretch>
            </p:blipFill>
            <p:spPr>
              <a:xfrm>
                <a:off x="8826004" y="85278"/>
                <a:ext cx="18000" cy="18000"/>
              </a:xfrm>
              <a:prstGeom prst="rect">
                <a:avLst/>
              </a:prstGeom>
            </p:spPr>
          </p:pic>
        </mc:Fallback>
      </mc:AlternateContent>
      <p:grpSp>
        <p:nvGrpSpPr>
          <p:cNvPr id="40" name="Group 39">
            <a:extLst>
              <a:ext uri="{FF2B5EF4-FFF2-40B4-BE49-F238E27FC236}">
                <a16:creationId xmlns:a16="http://schemas.microsoft.com/office/drawing/2014/main" id="{D2965D5C-80D5-481B-A220-48BEF78DF856}"/>
              </a:ext>
            </a:extLst>
          </p:cNvPr>
          <p:cNvGrpSpPr/>
          <p:nvPr/>
        </p:nvGrpSpPr>
        <p:grpSpPr>
          <a:xfrm>
            <a:off x="9453124" y="1041798"/>
            <a:ext cx="1254240" cy="289440"/>
            <a:chOff x="9453124" y="1041798"/>
            <a:chExt cx="1254240" cy="289440"/>
          </a:xfrm>
        </p:grpSpPr>
        <mc:AlternateContent xmlns:mc="http://schemas.openxmlformats.org/markup-compatibility/2006" xmlns:p14="http://schemas.microsoft.com/office/powerpoint/2010/main">
          <mc:Choice Requires="p14">
            <p:contentPart p14:bwMode="auto" r:id="rId21">
              <p14:nvContentPartPr>
                <p14:cNvPr id="34" name="Ink 33">
                  <a:extLst>
                    <a:ext uri="{FF2B5EF4-FFF2-40B4-BE49-F238E27FC236}">
                      <a16:creationId xmlns:a16="http://schemas.microsoft.com/office/drawing/2014/main" id="{6AA142BC-3A2C-C1CB-995E-01D167850996}"/>
                    </a:ext>
                  </a:extLst>
                </p14:cNvPr>
                <p14:cNvContentPartPr/>
                <p14:nvPr/>
              </p14:nvContentPartPr>
              <p14:xfrm>
                <a:off x="9453124" y="1122798"/>
                <a:ext cx="131040" cy="208440"/>
              </p14:xfrm>
            </p:contentPart>
          </mc:Choice>
          <mc:Fallback xmlns="">
            <p:pic>
              <p:nvPicPr>
                <p:cNvPr id="34" name="Ink 33">
                  <a:extLst>
                    <a:ext uri="{FF2B5EF4-FFF2-40B4-BE49-F238E27FC236}">
                      <a16:creationId xmlns:a16="http://schemas.microsoft.com/office/drawing/2014/main" id="{6AA142BC-3A2C-C1CB-995E-01D167850996}"/>
                    </a:ext>
                  </a:extLst>
                </p:cNvPr>
                <p:cNvPicPr/>
                <p:nvPr/>
              </p:nvPicPr>
              <p:blipFill>
                <a:blip r:embed="rId22"/>
                <a:stretch>
                  <a:fillRect/>
                </a:stretch>
              </p:blipFill>
              <p:spPr>
                <a:xfrm>
                  <a:off x="9444484" y="1113798"/>
                  <a:ext cx="1486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5" name="Ink 34">
                  <a:extLst>
                    <a:ext uri="{FF2B5EF4-FFF2-40B4-BE49-F238E27FC236}">
                      <a16:creationId xmlns:a16="http://schemas.microsoft.com/office/drawing/2014/main" id="{238B56A1-6CEC-AF8D-43AC-2F98BDCE38A0}"/>
                    </a:ext>
                  </a:extLst>
                </p14:cNvPr>
                <p14:cNvContentPartPr/>
                <p14:nvPr/>
              </p14:nvContentPartPr>
              <p14:xfrm>
                <a:off x="9614404" y="1066638"/>
                <a:ext cx="216000" cy="217440"/>
              </p14:xfrm>
            </p:contentPart>
          </mc:Choice>
          <mc:Fallback xmlns="">
            <p:pic>
              <p:nvPicPr>
                <p:cNvPr id="35" name="Ink 34">
                  <a:extLst>
                    <a:ext uri="{FF2B5EF4-FFF2-40B4-BE49-F238E27FC236}">
                      <a16:creationId xmlns:a16="http://schemas.microsoft.com/office/drawing/2014/main" id="{238B56A1-6CEC-AF8D-43AC-2F98BDCE38A0}"/>
                    </a:ext>
                  </a:extLst>
                </p:cNvPr>
                <p:cNvPicPr/>
                <p:nvPr/>
              </p:nvPicPr>
              <p:blipFill>
                <a:blip r:embed="rId24"/>
                <a:stretch>
                  <a:fillRect/>
                </a:stretch>
              </p:blipFill>
              <p:spPr>
                <a:xfrm>
                  <a:off x="9605764" y="1057998"/>
                  <a:ext cx="23364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6" name="Ink 35">
                  <a:extLst>
                    <a:ext uri="{FF2B5EF4-FFF2-40B4-BE49-F238E27FC236}">
                      <a16:creationId xmlns:a16="http://schemas.microsoft.com/office/drawing/2014/main" id="{B057A336-90F5-B85C-CD5C-D738E41094DA}"/>
                    </a:ext>
                  </a:extLst>
                </p14:cNvPr>
                <p14:cNvContentPartPr/>
                <p14:nvPr/>
              </p14:nvContentPartPr>
              <p14:xfrm>
                <a:off x="9997804" y="1081038"/>
                <a:ext cx="336240" cy="129600"/>
              </p14:xfrm>
            </p:contentPart>
          </mc:Choice>
          <mc:Fallback xmlns="">
            <p:pic>
              <p:nvPicPr>
                <p:cNvPr id="36" name="Ink 35">
                  <a:extLst>
                    <a:ext uri="{FF2B5EF4-FFF2-40B4-BE49-F238E27FC236}">
                      <a16:creationId xmlns:a16="http://schemas.microsoft.com/office/drawing/2014/main" id="{B057A336-90F5-B85C-CD5C-D738E41094DA}"/>
                    </a:ext>
                  </a:extLst>
                </p:cNvPr>
                <p:cNvPicPr/>
                <p:nvPr/>
              </p:nvPicPr>
              <p:blipFill>
                <a:blip r:embed="rId26"/>
                <a:stretch>
                  <a:fillRect/>
                </a:stretch>
              </p:blipFill>
              <p:spPr>
                <a:xfrm>
                  <a:off x="9988804" y="1072038"/>
                  <a:ext cx="3538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7" name="Ink 36">
                  <a:extLst>
                    <a:ext uri="{FF2B5EF4-FFF2-40B4-BE49-F238E27FC236}">
                      <a16:creationId xmlns:a16="http://schemas.microsoft.com/office/drawing/2014/main" id="{E6846639-3A3E-AADB-CDB3-7146F0DBCAD4}"/>
                    </a:ext>
                  </a:extLst>
                </p14:cNvPr>
                <p14:cNvContentPartPr/>
                <p14:nvPr/>
              </p14:nvContentPartPr>
              <p14:xfrm>
                <a:off x="10246564" y="1210278"/>
                <a:ext cx="360" cy="360"/>
              </p14:xfrm>
            </p:contentPart>
          </mc:Choice>
          <mc:Fallback xmlns="">
            <p:pic>
              <p:nvPicPr>
                <p:cNvPr id="37" name="Ink 36">
                  <a:extLst>
                    <a:ext uri="{FF2B5EF4-FFF2-40B4-BE49-F238E27FC236}">
                      <a16:creationId xmlns:a16="http://schemas.microsoft.com/office/drawing/2014/main" id="{E6846639-3A3E-AADB-CDB3-7146F0DBCAD4}"/>
                    </a:ext>
                  </a:extLst>
                </p:cNvPr>
                <p:cNvPicPr/>
                <p:nvPr/>
              </p:nvPicPr>
              <p:blipFill>
                <a:blip r:embed="rId5"/>
                <a:stretch>
                  <a:fillRect/>
                </a:stretch>
              </p:blipFill>
              <p:spPr>
                <a:xfrm>
                  <a:off x="10237924" y="120127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9" name="Ink 38">
                  <a:extLst>
                    <a:ext uri="{FF2B5EF4-FFF2-40B4-BE49-F238E27FC236}">
                      <a16:creationId xmlns:a16="http://schemas.microsoft.com/office/drawing/2014/main" id="{427C67E4-1842-DB6C-99D7-B1292B3D3507}"/>
                    </a:ext>
                  </a:extLst>
                </p14:cNvPr>
                <p14:cNvContentPartPr/>
                <p14:nvPr/>
              </p14:nvContentPartPr>
              <p14:xfrm>
                <a:off x="10488484" y="1041798"/>
                <a:ext cx="218880" cy="206280"/>
              </p14:xfrm>
            </p:contentPart>
          </mc:Choice>
          <mc:Fallback xmlns="">
            <p:pic>
              <p:nvPicPr>
                <p:cNvPr id="39" name="Ink 38">
                  <a:extLst>
                    <a:ext uri="{FF2B5EF4-FFF2-40B4-BE49-F238E27FC236}">
                      <a16:creationId xmlns:a16="http://schemas.microsoft.com/office/drawing/2014/main" id="{427C67E4-1842-DB6C-99D7-B1292B3D3507}"/>
                    </a:ext>
                  </a:extLst>
                </p:cNvPr>
                <p:cNvPicPr/>
                <p:nvPr/>
              </p:nvPicPr>
              <p:blipFill>
                <a:blip r:embed="rId29"/>
                <a:stretch>
                  <a:fillRect/>
                </a:stretch>
              </p:blipFill>
              <p:spPr>
                <a:xfrm>
                  <a:off x="10479844" y="1033158"/>
                  <a:ext cx="236520" cy="223920"/>
                </a:xfrm>
                <a:prstGeom prst="rect">
                  <a:avLst/>
                </a:prstGeom>
              </p:spPr>
            </p:pic>
          </mc:Fallback>
        </mc:AlternateContent>
      </p:grpSp>
      <p:grpSp>
        <p:nvGrpSpPr>
          <p:cNvPr id="42" name="Group 41">
            <a:extLst>
              <a:ext uri="{FF2B5EF4-FFF2-40B4-BE49-F238E27FC236}">
                <a16:creationId xmlns:a16="http://schemas.microsoft.com/office/drawing/2014/main" id="{8015E598-7E9E-4D7D-C59E-3C8394A9EA65}"/>
              </a:ext>
            </a:extLst>
          </p:cNvPr>
          <p:cNvGrpSpPr/>
          <p:nvPr/>
        </p:nvGrpSpPr>
        <p:grpSpPr>
          <a:xfrm>
            <a:off x="9378964" y="357078"/>
            <a:ext cx="1110240" cy="281880"/>
            <a:chOff x="9378964" y="357078"/>
            <a:chExt cx="1110240" cy="281880"/>
          </a:xfrm>
        </p:grpSpPr>
        <mc:AlternateContent xmlns:mc="http://schemas.openxmlformats.org/markup-compatibility/2006" xmlns:p14="http://schemas.microsoft.com/office/powerpoint/2010/main">
          <mc:Choice Requires="p14">
            <p:contentPart p14:bwMode="auto" r:id="rId30">
              <p14:nvContentPartPr>
                <p14:cNvPr id="27" name="Ink 26">
                  <a:extLst>
                    <a:ext uri="{FF2B5EF4-FFF2-40B4-BE49-F238E27FC236}">
                      <a16:creationId xmlns:a16="http://schemas.microsoft.com/office/drawing/2014/main" id="{279964C9-3E49-EB90-89DD-BDF1E34BE525}"/>
                    </a:ext>
                  </a:extLst>
                </p14:cNvPr>
                <p14:cNvContentPartPr/>
                <p14:nvPr/>
              </p14:nvContentPartPr>
              <p14:xfrm>
                <a:off x="9378964" y="394878"/>
                <a:ext cx="281160" cy="244080"/>
              </p14:xfrm>
            </p:contentPart>
          </mc:Choice>
          <mc:Fallback xmlns="">
            <p:pic>
              <p:nvPicPr>
                <p:cNvPr id="27" name="Ink 26">
                  <a:extLst>
                    <a:ext uri="{FF2B5EF4-FFF2-40B4-BE49-F238E27FC236}">
                      <a16:creationId xmlns:a16="http://schemas.microsoft.com/office/drawing/2014/main" id="{279964C9-3E49-EB90-89DD-BDF1E34BE525}"/>
                    </a:ext>
                  </a:extLst>
                </p:cNvPr>
                <p:cNvPicPr/>
                <p:nvPr/>
              </p:nvPicPr>
              <p:blipFill>
                <a:blip r:embed="rId31"/>
                <a:stretch>
                  <a:fillRect/>
                </a:stretch>
              </p:blipFill>
              <p:spPr>
                <a:xfrm>
                  <a:off x="9370324" y="385878"/>
                  <a:ext cx="29880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39123CF5-A782-7EB9-CE65-8B907E34FAB9}"/>
                    </a:ext>
                  </a:extLst>
                </p14:cNvPr>
                <p14:cNvContentPartPr/>
                <p14:nvPr/>
              </p14:nvContentPartPr>
              <p14:xfrm>
                <a:off x="9661564" y="389838"/>
                <a:ext cx="360" cy="360"/>
              </p14:xfrm>
            </p:contentPart>
          </mc:Choice>
          <mc:Fallback xmlns="">
            <p:pic>
              <p:nvPicPr>
                <p:cNvPr id="28" name="Ink 27">
                  <a:extLst>
                    <a:ext uri="{FF2B5EF4-FFF2-40B4-BE49-F238E27FC236}">
                      <a16:creationId xmlns:a16="http://schemas.microsoft.com/office/drawing/2014/main" id="{39123CF5-A782-7EB9-CE65-8B907E34FAB9}"/>
                    </a:ext>
                  </a:extLst>
                </p:cNvPr>
                <p:cNvPicPr/>
                <p:nvPr/>
              </p:nvPicPr>
              <p:blipFill>
                <a:blip r:embed="rId5"/>
                <a:stretch>
                  <a:fillRect/>
                </a:stretch>
              </p:blipFill>
              <p:spPr>
                <a:xfrm>
                  <a:off x="9652924" y="38119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0" name="Ink 29">
                  <a:extLst>
                    <a:ext uri="{FF2B5EF4-FFF2-40B4-BE49-F238E27FC236}">
                      <a16:creationId xmlns:a16="http://schemas.microsoft.com/office/drawing/2014/main" id="{EDE1D299-E385-B7D2-E6F4-5A0308C7A385}"/>
                    </a:ext>
                  </a:extLst>
                </p14:cNvPr>
                <p14:cNvContentPartPr/>
                <p14:nvPr/>
              </p14:nvContentPartPr>
              <p14:xfrm>
                <a:off x="10044964" y="497118"/>
                <a:ext cx="360" cy="360"/>
              </p14:xfrm>
            </p:contentPart>
          </mc:Choice>
          <mc:Fallback xmlns="">
            <p:pic>
              <p:nvPicPr>
                <p:cNvPr id="30" name="Ink 29">
                  <a:extLst>
                    <a:ext uri="{FF2B5EF4-FFF2-40B4-BE49-F238E27FC236}">
                      <a16:creationId xmlns:a16="http://schemas.microsoft.com/office/drawing/2014/main" id="{EDE1D299-E385-B7D2-E6F4-5A0308C7A385}"/>
                    </a:ext>
                  </a:extLst>
                </p:cNvPr>
                <p:cNvPicPr/>
                <p:nvPr/>
              </p:nvPicPr>
              <p:blipFill>
                <a:blip r:embed="rId5"/>
                <a:stretch>
                  <a:fillRect/>
                </a:stretch>
              </p:blipFill>
              <p:spPr>
                <a:xfrm>
                  <a:off x="10035964" y="48811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2" name="Ink 31">
                  <a:extLst>
                    <a:ext uri="{FF2B5EF4-FFF2-40B4-BE49-F238E27FC236}">
                      <a16:creationId xmlns:a16="http://schemas.microsoft.com/office/drawing/2014/main" id="{DB756993-9D36-6917-1759-DA165BC8BB2F}"/>
                    </a:ext>
                  </a:extLst>
                </p14:cNvPr>
                <p14:cNvContentPartPr/>
                <p14:nvPr/>
              </p14:nvContentPartPr>
              <p14:xfrm>
                <a:off x="10186084" y="376878"/>
                <a:ext cx="303120" cy="217080"/>
              </p14:xfrm>
            </p:contentPart>
          </mc:Choice>
          <mc:Fallback xmlns="">
            <p:pic>
              <p:nvPicPr>
                <p:cNvPr id="32" name="Ink 31">
                  <a:extLst>
                    <a:ext uri="{FF2B5EF4-FFF2-40B4-BE49-F238E27FC236}">
                      <a16:creationId xmlns:a16="http://schemas.microsoft.com/office/drawing/2014/main" id="{DB756993-9D36-6917-1759-DA165BC8BB2F}"/>
                    </a:ext>
                  </a:extLst>
                </p:cNvPr>
                <p:cNvPicPr/>
                <p:nvPr/>
              </p:nvPicPr>
              <p:blipFill>
                <a:blip r:embed="rId35"/>
                <a:stretch>
                  <a:fillRect/>
                </a:stretch>
              </p:blipFill>
              <p:spPr>
                <a:xfrm>
                  <a:off x="10177444" y="368238"/>
                  <a:ext cx="32076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1" name="Ink 40">
                  <a:extLst>
                    <a:ext uri="{FF2B5EF4-FFF2-40B4-BE49-F238E27FC236}">
                      <a16:creationId xmlns:a16="http://schemas.microsoft.com/office/drawing/2014/main" id="{910FBF40-22C7-3D49-C8F8-F8D18F6F9435}"/>
                    </a:ext>
                  </a:extLst>
                </p14:cNvPr>
                <p14:cNvContentPartPr/>
                <p14:nvPr/>
              </p14:nvContentPartPr>
              <p14:xfrm>
                <a:off x="9735364" y="357078"/>
                <a:ext cx="338400" cy="159480"/>
              </p14:xfrm>
            </p:contentPart>
          </mc:Choice>
          <mc:Fallback xmlns="">
            <p:pic>
              <p:nvPicPr>
                <p:cNvPr id="41" name="Ink 40">
                  <a:extLst>
                    <a:ext uri="{FF2B5EF4-FFF2-40B4-BE49-F238E27FC236}">
                      <a16:creationId xmlns:a16="http://schemas.microsoft.com/office/drawing/2014/main" id="{910FBF40-22C7-3D49-C8F8-F8D18F6F9435}"/>
                    </a:ext>
                  </a:extLst>
                </p:cNvPr>
                <p:cNvPicPr/>
                <p:nvPr/>
              </p:nvPicPr>
              <p:blipFill>
                <a:blip r:embed="rId37"/>
                <a:stretch>
                  <a:fillRect/>
                </a:stretch>
              </p:blipFill>
              <p:spPr>
                <a:xfrm>
                  <a:off x="9726724" y="348078"/>
                  <a:ext cx="356040" cy="177120"/>
                </a:xfrm>
                <a:prstGeom prst="rect">
                  <a:avLst/>
                </a:prstGeom>
              </p:spPr>
            </p:pic>
          </mc:Fallback>
        </mc:AlternateContent>
      </p:grpSp>
      <p:grpSp>
        <p:nvGrpSpPr>
          <p:cNvPr id="44" name="Group 43">
            <a:extLst>
              <a:ext uri="{FF2B5EF4-FFF2-40B4-BE49-F238E27FC236}">
                <a16:creationId xmlns:a16="http://schemas.microsoft.com/office/drawing/2014/main" id="{C605A484-322D-557A-D4F9-3C57C4E5BD23}"/>
              </a:ext>
            </a:extLst>
          </p:cNvPr>
          <p:cNvGrpSpPr/>
          <p:nvPr/>
        </p:nvGrpSpPr>
        <p:grpSpPr>
          <a:xfrm>
            <a:off x="7072804" y="867198"/>
            <a:ext cx="1863720" cy="794520"/>
            <a:chOff x="7072804" y="867198"/>
            <a:chExt cx="1863720" cy="794520"/>
          </a:xfrm>
        </p:grpSpPr>
        <mc:AlternateContent xmlns:mc="http://schemas.openxmlformats.org/markup-compatibility/2006" xmlns:p14="http://schemas.microsoft.com/office/powerpoint/2010/main">
          <mc:Choice Requires="p14">
            <p:contentPart p14:bwMode="auto" r:id="rId38">
              <p14:nvContentPartPr>
                <p14:cNvPr id="7" name="Ink 6">
                  <a:extLst>
                    <a:ext uri="{FF2B5EF4-FFF2-40B4-BE49-F238E27FC236}">
                      <a16:creationId xmlns:a16="http://schemas.microsoft.com/office/drawing/2014/main" id="{16E4A769-3009-0C46-7539-328C34405CAA}"/>
                    </a:ext>
                  </a:extLst>
                </p14:cNvPr>
                <p14:cNvContentPartPr/>
                <p14:nvPr/>
              </p14:nvContentPartPr>
              <p14:xfrm>
                <a:off x="7523524" y="1083558"/>
                <a:ext cx="409680" cy="293400"/>
              </p14:xfrm>
            </p:contentPart>
          </mc:Choice>
          <mc:Fallback xmlns="">
            <p:pic>
              <p:nvPicPr>
                <p:cNvPr id="7" name="Ink 6">
                  <a:extLst>
                    <a:ext uri="{FF2B5EF4-FFF2-40B4-BE49-F238E27FC236}">
                      <a16:creationId xmlns:a16="http://schemas.microsoft.com/office/drawing/2014/main" id="{16E4A769-3009-0C46-7539-328C34405CAA}"/>
                    </a:ext>
                  </a:extLst>
                </p:cNvPr>
                <p:cNvPicPr/>
                <p:nvPr/>
              </p:nvPicPr>
              <p:blipFill>
                <a:blip r:embed="rId39"/>
                <a:stretch>
                  <a:fillRect/>
                </a:stretch>
              </p:blipFill>
              <p:spPr>
                <a:xfrm>
                  <a:off x="7514884" y="1074918"/>
                  <a:ext cx="42732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 name="Ink 7">
                  <a:extLst>
                    <a:ext uri="{FF2B5EF4-FFF2-40B4-BE49-F238E27FC236}">
                      <a16:creationId xmlns:a16="http://schemas.microsoft.com/office/drawing/2014/main" id="{B79190E0-E0B4-10DD-7FD1-6D602AD22A88}"/>
                    </a:ext>
                  </a:extLst>
                </p14:cNvPr>
                <p14:cNvContentPartPr/>
                <p14:nvPr/>
              </p14:nvContentPartPr>
              <p14:xfrm>
                <a:off x="8108524" y="1196598"/>
                <a:ext cx="218520" cy="7920"/>
              </p14:xfrm>
            </p:contentPart>
          </mc:Choice>
          <mc:Fallback xmlns="">
            <p:pic>
              <p:nvPicPr>
                <p:cNvPr id="8" name="Ink 7">
                  <a:extLst>
                    <a:ext uri="{FF2B5EF4-FFF2-40B4-BE49-F238E27FC236}">
                      <a16:creationId xmlns:a16="http://schemas.microsoft.com/office/drawing/2014/main" id="{B79190E0-E0B4-10DD-7FD1-6D602AD22A88}"/>
                    </a:ext>
                  </a:extLst>
                </p:cNvPr>
                <p:cNvPicPr/>
                <p:nvPr/>
              </p:nvPicPr>
              <p:blipFill>
                <a:blip r:embed="rId41"/>
                <a:stretch>
                  <a:fillRect/>
                </a:stretch>
              </p:blipFill>
              <p:spPr>
                <a:xfrm>
                  <a:off x="8099524" y="1187598"/>
                  <a:ext cx="2361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9" name="Ink 8">
                  <a:extLst>
                    <a:ext uri="{FF2B5EF4-FFF2-40B4-BE49-F238E27FC236}">
                      <a16:creationId xmlns:a16="http://schemas.microsoft.com/office/drawing/2014/main" id="{CF57FCDF-EE82-2316-26B6-E12EF0E51336}"/>
                    </a:ext>
                  </a:extLst>
                </p14:cNvPr>
                <p14:cNvContentPartPr/>
                <p14:nvPr/>
              </p14:nvContentPartPr>
              <p14:xfrm>
                <a:off x="8209324" y="1102278"/>
                <a:ext cx="24120" cy="204480"/>
              </p14:xfrm>
            </p:contentPart>
          </mc:Choice>
          <mc:Fallback xmlns="">
            <p:pic>
              <p:nvPicPr>
                <p:cNvPr id="9" name="Ink 8">
                  <a:extLst>
                    <a:ext uri="{FF2B5EF4-FFF2-40B4-BE49-F238E27FC236}">
                      <a16:creationId xmlns:a16="http://schemas.microsoft.com/office/drawing/2014/main" id="{CF57FCDF-EE82-2316-26B6-E12EF0E51336}"/>
                    </a:ext>
                  </a:extLst>
                </p:cNvPr>
                <p:cNvPicPr/>
                <p:nvPr/>
              </p:nvPicPr>
              <p:blipFill>
                <a:blip r:embed="rId43"/>
                <a:stretch>
                  <a:fillRect/>
                </a:stretch>
              </p:blipFill>
              <p:spPr>
                <a:xfrm>
                  <a:off x="8200324" y="1093638"/>
                  <a:ext cx="4176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3" name="Ink 22">
                  <a:extLst>
                    <a:ext uri="{FF2B5EF4-FFF2-40B4-BE49-F238E27FC236}">
                      <a16:creationId xmlns:a16="http://schemas.microsoft.com/office/drawing/2014/main" id="{67599D7A-45DE-B024-0A89-8FA40FF2CE2D}"/>
                    </a:ext>
                  </a:extLst>
                </p14:cNvPr>
                <p14:cNvContentPartPr/>
                <p14:nvPr/>
              </p14:nvContentPartPr>
              <p14:xfrm>
                <a:off x="8458084" y="872598"/>
                <a:ext cx="471240" cy="335880"/>
              </p14:xfrm>
            </p:contentPart>
          </mc:Choice>
          <mc:Fallback xmlns="">
            <p:pic>
              <p:nvPicPr>
                <p:cNvPr id="23" name="Ink 22">
                  <a:extLst>
                    <a:ext uri="{FF2B5EF4-FFF2-40B4-BE49-F238E27FC236}">
                      <a16:creationId xmlns:a16="http://schemas.microsoft.com/office/drawing/2014/main" id="{67599D7A-45DE-B024-0A89-8FA40FF2CE2D}"/>
                    </a:ext>
                  </a:extLst>
                </p:cNvPr>
                <p:cNvPicPr/>
                <p:nvPr/>
              </p:nvPicPr>
              <p:blipFill>
                <a:blip r:embed="rId45"/>
                <a:stretch>
                  <a:fillRect/>
                </a:stretch>
              </p:blipFill>
              <p:spPr>
                <a:xfrm>
                  <a:off x="8449444" y="863958"/>
                  <a:ext cx="488880"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4" name="Ink 23">
                  <a:extLst>
                    <a:ext uri="{FF2B5EF4-FFF2-40B4-BE49-F238E27FC236}">
                      <a16:creationId xmlns:a16="http://schemas.microsoft.com/office/drawing/2014/main" id="{44967B64-0619-D76D-DAF8-ED3045182047}"/>
                    </a:ext>
                  </a:extLst>
                </p14:cNvPr>
                <p14:cNvContentPartPr/>
                <p14:nvPr/>
              </p14:nvContentPartPr>
              <p14:xfrm>
                <a:off x="8935444" y="867198"/>
                <a:ext cx="360" cy="360"/>
              </p14:xfrm>
            </p:contentPart>
          </mc:Choice>
          <mc:Fallback xmlns="">
            <p:pic>
              <p:nvPicPr>
                <p:cNvPr id="24" name="Ink 23">
                  <a:extLst>
                    <a:ext uri="{FF2B5EF4-FFF2-40B4-BE49-F238E27FC236}">
                      <a16:creationId xmlns:a16="http://schemas.microsoft.com/office/drawing/2014/main" id="{44967B64-0619-D76D-DAF8-ED3045182047}"/>
                    </a:ext>
                  </a:extLst>
                </p:cNvPr>
                <p:cNvPicPr/>
                <p:nvPr/>
              </p:nvPicPr>
              <p:blipFill>
                <a:blip r:embed="rId5"/>
                <a:stretch>
                  <a:fillRect/>
                </a:stretch>
              </p:blipFill>
              <p:spPr>
                <a:xfrm>
                  <a:off x="8926444" y="85819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3" name="Ink 42">
                  <a:extLst>
                    <a:ext uri="{FF2B5EF4-FFF2-40B4-BE49-F238E27FC236}">
                      <a16:creationId xmlns:a16="http://schemas.microsoft.com/office/drawing/2014/main" id="{8FE5D332-BD31-FB1D-986D-0A992E001BE7}"/>
                    </a:ext>
                  </a:extLst>
                </p14:cNvPr>
                <p14:cNvContentPartPr/>
                <p14:nvPr/>
              </p14:nvContentPartPr>
              <p14:xfrm>
                <a:off x="7072804" y="886278"/>
                <a:ext cx="1863720" cy="775440"/>
              </p14:xfrm>
            </p:contentPart>
          </mc:Choice>
          <mc:Fallback xmlns="">
            <p:pic>
              <p:nvPicPr>
                <p:cNvPr id="43" name="Ink 42">
                  <a:extLst>
                    <a:ext uri="{FF2B5EF4-FFF2-40B4-BE49-F238E27FC236}">
                      <a16:creationId xmlns:a16="http://schemas.microsoft.com/office/drawing/2014/main" id="{8FE5D332-BD31-FB1D-986D-0A992E001BE7}"/>
                    </a:ext>
                  </a:extLst>
                </p:cNvPr>
                <p:cNvPicPr/>
                <p:nvPr/>
              </p:nvPicPr>
              <p:blipFill>
                <a:blip r:embed="rId48"/>
                <a:stretch>
                  <a:fillRect/>
                </a:stretch>
              </p:blipFill>
              <p:spPr>
                <a:xfrm>
                  <a:off x="7063804" y="877278"/>
                  <a:ext cx="1881360" cy="793080"/>
                </a:xfrm>
                <a:prstGeom prst="rect">
                  <a:avLst/>
                </a:prstGeom>
              </p:spPr>
            </p:pic>
          </mc:Fallback>
        </mc:AlternateContent>
      </p:grpSp>
    </p:spTree>
    <p:extLst>
      <p:ext uri="{BB962C8B-B14F-4D97-AF65-F5344CB8AC3E}">
        <p14:creationId xmlns:p14="http://schemas.microsoft.com/office/powerpoint/2010/main" val="3328642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D4761-6506-41C9-86A0-0EF232E0A8E0}"/>
              </a:ext>
            </a:extLst>
          </p:cNvPr>
          <p:cNvSpPr>
            <a:spLocks noGrp="1"/>
          </p:cNvSpPr>
          <p:nvPr>
            <p:ph type="title"/>
          </p:nvPr>
        </p:nvSpPr>
        <p:spPr/>
        <p:txBody>
          <a:bodyPr/>
          <a:lstStyle/>
          <a:p>
            <a:r>
              <a:rPr lang="en-IN" dirty="0"/>
              <a:t>The </a:t>
            </a:r>
            <a:r>
              <a:rPr lang="en-IN" i="1" dirty="0"/>
              <a:t>read()</a:t>
            </a:r>
            <a:r>
              <a:rPr lang="en-IN" dirty="0"/>
              <a:t> Method</a:t>
            </a:r>
          </a:p>
        </p:txBody>
      </p:sp>
      <p:sp>
        <p:nvSpPr>
          <p:cNvPr id="3" name="Content Placeholder 2">
            <a:extLst>
              <a:ext uri="{FF2B5EF4-FFF2-40B4-BE49-F238E27FC236}">
                <a16:creationId xmlns:a16="http://schemas.microsoft.com/office/drawing/2014/main" id="{E0F9B604-33FF-4D53-B7ED-25DE71609D8C}"/>
              </a:ext>
            </a:extLst>
          </p:cNvPr>
          <p:cNvSpPr>
            <a:spLocks noGrp="1"/>
          </p:cNvSpPr>
          <p:nvPr>
            <p:ph idx="1"/>
          </p:nvPr>
        </p:nvSpPr>
        <p:spPr/>
        <p:txBody>
          <a:bodyPr/>
          <a:lstStyle/>
          <a:p>
            <a:r>
              <a:rPr lang="en-IN" dirty="0"/>
              <a:t>The </a:t>
            </a:r>
            <a:r>
              <a:rPr lang="en-IN" i="1" dirty="0"/>
              <a:t>read()</a:t>
            </a:r>
            <a:r>
              <a:rPr lang="en-IN" dirty="0"/>
              <a:t> method reads a string from an open file. It is important to note that Python strings can have binary data apart from text data.</a:t>
            </a:r>
          </a:p>
          <a:p>
            <a:endParaRPr lang="en-IN" dirty="0"/>
          </a:p>
          <a:p>
            <a:r>
              <a:rPr lang="en-IN" dirty="0"/>
              <a:t>Syntax</a:t>
            </a:r>
          </a:p>
          <a:p>
            <a:pPr marL="0" indent="0">
              <a:buNone/>
            </a:pPr>
            <a:r>
              <a:rPr lang="en-IN" dirty="0" err="1"/>
              <a:t>fileObject.read</a:t>
            </a:r>
            <a:r>
              <a:rPr lang="en-IN" dirty="0"/>
              <a:t>([count]);</a:t>
            </a:r>
          </a:p>
          <a:p>
            <a:endParaRPr lang="en-IN" dirty="0"/>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36A1D67-7038-B6E7-38E0-0092C0618282}"/>
                  </a:ext>
                </a:extLst>
              </p14:cNvPr>
              <p14:cNvContentPartPr/>
              <p14:nvPr/>
            </p14:nvContentPartPr>
            <p14:xfrm>
              <a:off x="2615644" y="4308078"/>
              <a:ext cx="466200" cy="50040"/>
            </p14:xfrm>
          </p:contentPart>
        </mc:Choice>
        <mc:Fallback xmlns="">
          <p:pic>
            <p:nvPicPr>
              <p:cNvPr id="4" name="Ink 3">
                <a:extLst>
                  <a:ext uri="{FF2B5EF4-FFF2-40B4-BE49-F238E27FC236}">
                    <a16:creationId xmlns:a16="http://schemas.microsoft.com/office/drawing/2014/main" id="{536A1D67-7038-B6E7-38E0-0092C0618282}"/>
                  </a:ext>
                </a:extLst>
              </p:cNvPr>
              <p:cNvPicPr/>
              <p:nvPr/>
            </p:nvPicPr>
            <p:blipFill>
              <a:blip r:embed="rId3"/>
              <a:stretch>
                <a:fillRect/>
              </a:stretch>
            </p:blipFill>
            <p:spPr>
              <a:xfrm>
                <a:off x="2606644" y="4299438"/>
                <a:ext cx="48384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DB55A670-6EC5-2A45-C987-DEE8C402611D}"/>
                  </a:ext>
                </a:extLst>
              </p14:cNvPr>
              <p14:cNvContentPartPr/>
              <p14:nvPr/>
            </p14:nvContentPartPr>
            <p14:xfrm>
              <a:off x="3239524" y="3810558"/>
              <a:ext cx="721800" cy="533520"/>
            </p14:xfrm>
          </p:contentPart>
        </mc:Choice>
        <mc:Fallback xmlns="">
          <p:pic>
            <p:nvPicPr>
              <p:cNvPr id="5" name="Ink 4">
                <a:extLst>
                  <a:ext uri="{FF2B5EF4-FFF2-40B4-BE49-F238E27FC236}">
                    <a16:creationId xmlns:a16="http://schemas.microsoft.com/office/drawing/2014/main" id="{DB55A670-6EC5-2A45-C987-DEE8C402611D}"/>
                  </a:ext>
                </a:extLst>
              </p:cNvPr>
              <p:cNvPicPr/>
              <p:nvPr/>
            </p:nvPicPr>
            <p:blipFill>
              <a:blip r:embed="rId5"/>
              <a:stretch>
                <a:fillRect/>
              </a:stretch>
            </p:blipFill>
            <p:spPr>
              <a:xfrm>
                <a:off x="3230884" y="3801918"/>
                <a:ext cx="739440" cy="551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4CDF7E4A-2D3F-99B5-61A5-D11BC08964D4}"/>
                  </a:ext>
                </a:extLst>
              </p14:cNvPr>
              <p14:cNvContentPartPr/>
              <p14:nvPr/>
            </p14:nvContentPartPr>
            <p14:xfrm>
              <a:off x="5385484" y="6333438"/>
              <a:ext cx="360" cy="360"/>
            </p14:xfrm>
          </p:contentPart>
        </mc:Choice>
        <mc:Fallback xmlns="">
          <p:pic>
            <p:nvPicPr>
              <p:cNvPr id="6" name="Ink 5">
                <a:extLst>
                  <a:ext uri="{FF2B5EF4-FFF2-40B4-BE49-F238E27FC236}">
                    <a16:creationId xmlns:a16="http://schemas.microsoft.com/office/drawing/2014/main" id="{4CDF7E4A-2D3F-99B5-61A5-D11BC08964D4}"/>
                  </a:ext>
                </a:extLst>
              </p:cNvPr>
              <p:cNvPicPr/>
              <p:nvPr/>
            </p:nvPicPr>
            <p:blipFill>
              <a:blip r:embed="rId7"/>
              <a:stretch>
                <a:fillRect/>
              </a:stretch>
            </p:blipFill>
            <p:spPr>
              <a:xfrm>
                <a:off x="5376484" y="6324438"/>
                <a:ext cx="18000" cy="18000"/>
              </a:xfrm>
              <a:prstGeom prst="rect">
                <a:avLst/>
              </a:prstGeom>
            </p:spPr>
          </p:pic>
        </mc:Fallback>
      </mc:AlternateContent>
    </p:spTree>
    <p:extLst>
      <p:ext uri="{BB962C8B-B14F-4D97-AF65-F5344CB8AC3E}">
        <p14:creationId xmlns:p14="http://schemas.microsoft.com/office/powerpoint/2010/main" val="280461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AE8BB-E96B-481D-96A9-69D5BC836C53}"/>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7B76B2D0-0E8C-43D9-A00C-380B33492181}"/>
              </a:ext>
            </a:extLst>
          </p:cNvPr>
          <p:cNvSpPr>
            <a:spLocks noGrp="1"/>
          </p:cNvSpPr>
          <p:nvPr>
            <p:ph idx="1"/>
          </p:nvPr>
        </p:nvSpPr>
        <p:spPr/>
        <p:txBody>
          <a:bodyPr/>
          <a:lstStyle/>
          <a:p>
            <a:pPr marL="0" indent="0">
              <a:buNone/>
            </a:pPr>
            <a:r>
              <a:rPr lang="en-IN" dirty="0"/>
              <a:t># Open a file</a:t>
            </a:r>
          </a:p>
          <a:p>
            <a:pPr marL="0" indent="0">
              <a:buNone/>
            </a:pPr>
            <a:r>
              <a:rPr lang="en-IN" dirty="0" err="1"/>
              <a:t>fo</a:t>
            </a:r>
            <a:r>
              <a:rPr lang="en-IN" dirty="0"/>
              <a:t> = open("foo.txt", </a:t>
            </a:r>
            <a:r>
              <a:rPr lang="en-IN"/>
              <a:t>"r")</a:t>
            </a:r>
            <a:endParaRPr lang="en-IN" dirty="0"/>
          </a:p>
          <a:p>
            <a:pPr marL="0" indent="0">
              <a:buNone/>
            </a:pPr>
            <a:r>
              <a:rPr lang="en-IN" dirty="0"/>
              <a:t>str = </a:t>
            </a:r>
            <a:r>
              <a:rPr lang="en-IN" dirty="0" err="1"/>
              <a:t>fo.read</a:t>
            </a:r>
            <a:r>
              <a:rPr lang="en-IN" dirty="0"/>
              <a:t>(10);</a:t>
            </a:r>
          </a:p>
          <a:p>
            <a:pPr marL="0" indent="0">
              <a:buNone/>
            </a:pPr>
            <a:r>
              <a:rPr lang="en-IN" dirty="0"/>
              <a:t>print ("Read String is : ", str)</a:t>
            </a:r>
          </a:p>
          <a:p>
            <a:pPr marL="0" indent="0">
              <a:buNone/>
            </a:pPr>
            <a:r>
              <a:rPr lang="en-IN" dirty="0"/>
              <a:t># Close </a:t>
            </a:r>
            <a:r>
              <a:rPr lang="en-IN" dirty="0" err="1"/>
              <a:t>opend</a:t>
            </a:r>
            <a:r>
              <a:rPr lang="en-IN" dirty="0"/>
              <a:t> file</a:t>
            </a:r>
          </a:p>
          <a:p>
            <a:pPr marL="0" indent="0">
              <a:buNone/>
            </a:pPr>
            <a:r>
              <a:rPr lang="en-IN" dirty="0" err="1"/>
              <a:t>fo.close</a:t>
            </a: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58430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218BD-DA10-4BB5-B634-B096AAB56CD5}"/>
              </a:ext>
            </a:extLst>
          </p:cNvPr>
          <p:cNvSpPr>
            <a:spLocks noGrp="1"/>
          </p:cNvSpPr>
          <p:nvPr>
            <p:ph type="title"/>
          </p:nvPr>
        </p:nvSpPr>
        <p:spPr/>
        <p:txBody>
          <a:bodyPr/>
          <a:lstStyle/>
          <a:p>
            <a:r>
              <a:rPr lang="en-IN" b="0" i="0" dirty="0" err="1">
                <a:solidFill>
                  <a:srgbClr val="000000"/>
                </a:solidFill>
                <a:effectLst/>
                <a:latin typeface="Segoe UI" panose="020B0502040204020203" pitchFamily="34" charset="0"/>
              </a:rPr>
              <a:t>readlines</a:t>
            </a:r>
            <a:r>
              <a:rPr lang="en-IN" b="0" i="0" dirty="0">
                <a:solidFill>
                  <a:srgbClr val="000000"/>
                </a:solidFill>
                <a:effectLst/>
                <a:latin typeface="Segoe UI" panose="020B0502040204020203" pitchFamily="34" charset="0"/>
              </a:rPr>
              <a:t>() Method</a:t>
            </a:r>
            <a:endParaRPr lang="en-IN" dirty="0"/>
          </a:p>
        </p:txBody>
      </p:sp>
      <p:sp>
        <p:nvSpPr>
          <p:cNvPr id="3" name="Content Placeholder 2">
            <a:extLst>
              <a:ext uri="{FF2B5EF4-FFF2-40B4-BE49-F238E27FC236}">
                <a16:creationId xmlns:a16="http://schemas.microsoft.com/office/drawing/2014/main" id="{CA17CD0D-7F5D-4735-88DB-772C9F03A20A}"/>
              </a:ext>
            </a:extLst>
          </p:cNvPr>
          <p:cNvSpPr>
            <a:spLocks noGrp="1"/>
          </p:cNvSpPr>
          <p:nvPr>
            <p:ph idx="1"/>
          </p:nvPr>
        </p:nvSpPr>
        <p:spPr>
          <a:xfrm>
            <a:off x="1451579" y="2015732"/>
            <a:ext cx="9603275" cy="3841729"/>
          </a:xfrm>
        </p:spPr>
        <p:txBody>
          <a:bodyPr>
            <a:normAutofit/>
          </a:bodyPr>
          <a:lstStyle/>
          <a:p>
            <a:r>
              <a:rPr lang="en-IN" dirty="0"/>
              <a:t>The </a:t>
            </a:r>
            <a:r>
              <a:rPr lang="en-IN" dirty="0" err="1"/>
              <a:t>readlines</a:t>
            </a:r>
            <a:r>
              <a:rPr lang="en-IN" dirty="0"/>
              <a:t>() method returns a list containing each line in the file as a list item.</a:t>
            </a:r>
          </a:p>
          <a:p>
            <a:r>
              <a:rPr lang="en-IN" b="0" i="0" dirty="0">
                <a:solidFill>
                  <a:srgbClr val="000000"/>
                </a:solidFill>
                <a:effectLst/>
                <a:latin typeface="Verdana" panose="020B0604030504040204" pitchFamily="34" charset="0"/>
              </a:rPr>
              <a:t>Return all lines in the file, as a list where each line is an item in the list object</a:t>
            </a:r>
          </a:p>
          <a:p>
            <a:r>
              <a:rPr lang="en-IN" dirty="0">
                <a:solidFill>
                  <a:srgbClr val="000000"/>
                </a:solidFill>
                <a:latin typeface="Verdana" panose="020B0604030504040204" pitchFamily="34" charset="0"/>
              </a:rPr>
              <a:t>Syntax:-</a:t>
            </a:r>
            <a:endParaRPr lang="en-IN" b="0" i="0" dirty="0">
              <a:solidFill>
                <a:srgbClr val="000000"/>
              </a:solidFill>
              <a:effectLst/>
              <a:latin typeface="Verdana" panose="020B0604030504040204" pitchFamily="34" charset="0"/>
            </a:endParaRPr>
          </a:p>
          <a:p>
            <a:r>
              <a:rPr lang="en-IN" b="0" i="1" dirty="0" err="1">
                <a:solidFill>
                  <a:srgbClr val="000000"/>
                </a:solidFill>
                <a:effectLst/>
                <a:latin typeface="Consolas" panose="020B0609020204030204" pitchFamily="49" charset="0"/>
              </a:rPr>
              <a:t>file</a:t>
            </a:r>
            <a:r>
              <a:rPr lang="en-IN" b="0" i="0" dirty="0" err="1">
                <a:solidFill>
                  <a:srgbClr val="000000"/>
                </a:solidFill>
                <a:effectLst/>
                <a:latin typeface="Consolas" panose="020B0609020204030204" pitchFamily="49" charset="0"/>
              </a:rPr>
              <a:t>.readlines</a:t>
            </a:r>
            <a:r>
              <a:rPr lang="en-IN" b="0" i="0" dirty="0">
                <a:solidFill>
                  <a:srgbClr val="000000"/>
                </a:solidFill>
                <a:effectLst/>
                <a:latin typeface="Consolas" panose="020B0609020204030204" pitchFamily="49" charset="0"/>
              </a:rPr>
              <a:t>()</a:t>
            </a:r>
          </a:p>
          <a:p>
            <a:r>
              <a:rPr lang="en-IN" dirty="0">
                <a:solidFill>
                  <a:srgbClr val="000000"/>
                </a:solidFill>
                <a:latin typeface="Consolas" panose="020B0609020204030204" pitchFamily="49" charset="0"/>
              </a:rPr>
              <a:t>Example:-</a:t>
            </a:r>
          </a:p>
          <a:p>
            <a:r>
              <a:rPr lang="en-IN" b="0" i="0" dirty="0">
                <a:solidFill>
                  <a:srgbClr val="000000"/>
                </a:solidFill>
                <a:effectLst/>
                <a:latin typeface="Consolas" panose="020B0609020204030204" pitchFamily="49" charset="0"/>
              </a:rPr>
              <a:t>f = </a:t>
            </a:r>
            <a:r>
              <a:rPr lang="en-IN" b="0" i="0" dirty="0">
                <a:solidFill>
                  <a:srgbClr val="0000CD"/>
                </a:solidFill>
                <a:effectLst/>
                <a:latin typeface="Consolas" panose="020B0609020204030204" pitchFamily="49" charset="0"/>
              </a:rPr>
              <a:t>open</a:t>
            </a:r>
            <a:r>
              <a:rPr lang="en-IN" b="0" i="0" dirty="0">
                <a:solidFill>
                  <a:srgbClr val="000000"/>
                </a:solidFill>
                <a:effectLst/>
                <a:latin typeface="Consolas" panose="020B0609020204030204" pitchFamily="49" charset="0"/>
              </a:rPr>
              <a:t>(</a:t>
            </a:r>
            <a:r>
              <a:rPr lang="en-IN" b="0" i="0" dirty="0">
                <a:solidFill>
                  <a:srgbClr val="A52A2A"/>
                </a:solidFill>
                <a:effectLst/>
                <a:latin typeface="Consolas" panose="020B0609020204030204" pitchFamily="49" charset="0"/>
              </a:rPr>
              <a:t>"demofile.txt"</a:t>
            </a:r>
            <a:r>
              <a:rPr lang="en-IN" b="0" i="0" dirty="0">
                <a:solidFill>
                  <a:srgbClr val="000000"/>
                </a:solidFill>
                <a:effectLst/>
                <a:latin typeface="Consolas" panose="020B0609020204030204" pitchFamily="49" charset="0"/>
              </a:rPr>
              <a:t>, </a:t>
            </a:r>
            <a:r>
              <a:rPr lang="en-IN" b="0" i="0" dirty="0">
                <a:solidFill>
                  <a:srgbClr val="A52A2A"/>
                </a:solidFill>
                <a:effectLst/>
                <a:latin typeface="Consolas" panose="020B0609020204030204" pitchFamily="49" charset="0"/>
              </a:rPr>
              <a:t>"r"</a:t>
            </a:r>
            <a:r>
              <a:rPr lang="en-IN" b="0" i="0" dirty="0">
                <a:solidFill>
                  <a:srgbClr val="000000"/>
                </a:solidFill>
                <a:effectLst/>
                <a:latin typeface="Consolas" panose="020B0609020204030204" pitchFamily="49" charset="0"/>
              </a:rPr>
              <a:t>)</a:t>
            </a:r>
            <a:br>
              <a:rPr lang="en-IN" dirty="0"/>
            </a:br>
            <a:r>
              <a:rPr lang="en-IN" b="0" i="0" dirty="0">
                <a:solidFill>
                  <a:srgbClr val="0000CD"/>
                </a:solidFill>
                <a:effectLst/>
                <a:latin typeface="Consolas" panose="020B0609020204030204" pitchFamily="49" charset="0"/>
              </a:rPr>
              <a:t>print</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f.readlines</a:t>
            </a:r>
            <a:r>
              <a:rPr lang="en-IN" b="0" i="0" dirty="0">
                <a:solidFill>
                  <a:srgbClr val="000000"/>
                </a:solidFill>
                <a:effectLst/>
                <a:latin typeface="Consolas" panose="020B0609020204030204" pitchFamily="49" charset="0"/>
              </a:rPr>
              <a:t>())</a:t>
            </a:r>
            <a:endParaRPr lang="en-IN" dirty="0"/>
          </a:p>
        </p:txBody>
      </p:sp>
    </p:spTree>
    <p:extLst>
      <p:ext uri="{BB962C8B-B14F-4D97-AF65-F5344CB8AC3E}">
        <p14:creationId xmlns:p14="http://schemas.microsoft.com/office/powerpoint/2010/main" val="3502414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BF369-BAA1-4341-B936-A561A01F2C72}"/>
              </a:ext>
            </a:extLst>
          </p:cNvPr>
          <p:cNvSpPr>
            <a:spLocks noGrp="1"/>
          </p:cNvSpPr>
          <p:nvPr>
            <p:ph type="title"/>
          </p:nvPr>
        </p:nvSpPr>
        <p:spPr/>
        <p:txBody>
          <a:bodyPr/>
          <a:lstStyle/>
          <a:p>
            <a:r>
              <a:rPr lang="en-IN" b="1" i="0" dirty="0">
                <a:solidFill>
                  <a:srgbClr val="273239"/>
                </a:solidFill>
                <a:effectLst/>
                <a:latin typeface="sofia-pro"/>
              </a:rPr>
              <a:t>How to read specific lines from a File in Python?</a:t>
            </a:r>
            <a:endParaRPr lang="en-IN" dirty="0"/>
          </a:p>
        </p:txBody>
      </p:sp>
      <p:sp>
        <p:nvSpPr>
          <p:cNvPr id="3" name="Content Placeholder 2">
            <a:extLst>
              <a:ext uri="{FF2B5EF4-FFF2-40B4-BE49-F238E27FC236}">
                <a16:creationId xmlns:a16="http://schemas.microsoft.com/office/drawing/2014/main" id="{1C199A92-84CD-4962-886C-24E3D574066F}"/>
              </a:ext>
            </a:extLst>
          </p:cNvPr>
          <p:cNvSpPr>
            <a:spLocks noGrp="1"/>
          </p:cNvSpPr>
          <p:nvPr>
            <p:ph idx="1"/>
          </p:nvPr>
        </p:nvSpPr>
        <p:spPr>
          <a:xfrm>
            <a:off x="1451579" y="2015732"/>
            <a:ext cx="9603275" cy="4037749"/>
          </a:xfrm>
        </p:spPr>
        <p:txBody>
          <a:bodyPr/>
          <a:lstStyle/>
          <a:p>
            <a:r>
              <a:rPr lang="en-IN" b="1" i="0" dirty="0">
                <a:solidFill>
                  <a:srgbClr val="40424E"/>
                </a:solidFill>
                <a:effectLst/>
                <a:latin typeface="urw-din"/>
              </a:rPr>
              <a:t>Method- </a:t>
            </a:r>
            <a:r>
              <a:rPr lang="en-IN" b="1" i="0" dirty="0" err="1">
                <a:solidFill>
                  <a:srgbClr val="40424E"/>
                </a:solidFill>
                <a:effectLst/>
                <a:latin typeface="urw-din"/>
              </a:rPr>
              <a:t>fileobject.readlines</a:t>
            </a:r>
            <a:r>
              <a:rPr lang="en-IN" b="1" i="0" dirty="0">
                <a:solidFill>
                  <a:srgbClr val="40424E"/>
                </a:solidFill>
                <a:effectLst/>
                <a:latin typeface="urw-din"/>
              </a:rPr>
              <a:t>()</a:t>
            </a:r>
          </a:p>
          <a:p>
            <a:r>
              <a:rPr lang="en-IN" b="0" i="0" dirty="0">
                <a:solidFill>
                  <a:srgbClr val="40424E"/>
                </a:solidFill>
                <a:effectLst/>
                <a:latin typeface="urw-din"/>
              </a:rPr>
              <a:t>A file object can be created in Python and then </a:t>
            </a:r>
            <a:r>
              <a:rPr lang="en-IN" b="0" i="0" dirty="0" err="1">
                <a:solidFill>
                  <a:srgbClr val="40424E"/>
                </a:solidFill>
                <a:effectLst/>
                <a:latin typeface="urw-din"/>
              </a:rPr>
              <a:t>readlines</a:t>
            </a:r>
            <a:r>
              <a:rPr lang="en-IN" b="0" i="0" dirty="0">
                <a:solidFill>
                  <a:srgbClr val="40424E"/>
                </a:solidFill>
                <a:effectLst/>
                <a:latin typeface="urw-din"/>
              </a:rPr>
              <a:t>() method can be invoked on this object to read lines into a stream. </a:t>
            </a:r>
          </a:p>
          <a:p>
            <a:r>
              <a:rPr lang="en-IN" b="0" i="0" dirty="0">
                <a:solidFill>
                  <a:srgbClr val="40424E"/>
                </a:solidFill>
                <a:effectLst/>
                <a:latin typeface="urw-din"/>
              </a:rPr>
              <a:t>This method is preferred when a single line or a range of lines from a file needs to be accessed simultaneously.</a:t>
            </a:r>
          </a:p>
          <a:p>
            <a:r>
              <a:rPr lang="en-IN" b="0" i="0" dirty="0">
                <a:solidFill>
                  <a:srgbClr val="40424E"/>
                </a:solidFill>
                <a:effectLst/>
                <a:latin typeface="urw-din"/>
              </a:rPr>
              <a:t> It can be easily used to print lines from any random starting index to some ending index.</a:t>
            </a:r>
          </a:p>
          <a:p>
            <a:r>
              <a:rPr lang="en-IN" b="0" i="0" dirty="0">
                <a:solidFill>
                  <a:srgbClr val="40424E"/>
                </a:solidFill>
                <a:effectLst/>
                <a:latin typeface="urw-din"/>
              </a:rPr>
              <a:t>It initially reads the entire content of the file and keep a copy of it in memory. The lines at the specified indices are then accessed. </a:t>
            </a:r>
            <a:endParaRPr lang="en-IN" dirty="0"/>
          </a:p>
        </p:txBody>
      </p:sp>
    </p:spTree>
    <p:extLst>
      <p:ext uri="{BB962C8B-B14F-4D97-AF65-F5344CB8AC3E}">
        <p14:creationId xmlns:p14="http://schemas.microsoft.com/office/powerpoint/2010/main" val="1758154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5722C-EDF6-4425-9429-86211689E2A6}"/>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BFF911CD-1593-4962-A6D7-28F9A9732CD9}"/>
              </a:ext>
            </a:extLst>
          </p:cNvPr>
          <p:cNvSpPr>
            <a:spLocks noGrp="1"/>
          </p:cNvSpPr>
          <p:nvPr>
            <p:ph idx="1"/>
          </p:nvPr>
        </p:nvSpPr>
        <p:spPr>
          <a:xfrm>
            <a:off x="1451579" y="2015732"/>
            <a:ext cx="9603275" cy="4451329"/>
          </a:xfrm>
        </p:spPr>
        <p:txBody>
          <a:bodyPr>
            <a:normAutofit fontScale="62500" lnSpcReduction="20000"/>
          </a:bodyPr>
          <a:lstStyle/>
          <a:p>
            <a:pPr marL="0" indent="0">
              <a:buNone/>
            </a:pPr>
            <a:r>
              <a:rPr lang="en-IN" sz="3100" dirty="0"/>
              <a:t># open the sample file used </a:t>
            </a:r>
          </a:p>
          <a:p>
            <a:pPr marL="0" indent="0">
              <a:buNone/>
            </a:pPr>
            <a:r>
              <a:rPr lang="en-IN" sz="3100" dirty="0"/>
              <a:t>file = open('demofile.txt') </a:t>
            </a:r>
          </a:p>
          <a:p>
            <a:pPr marL="0" indent="0">
              <a:buNone/>
            </a:pPr>
            <a:r>
              <a:rPr lang="en-IN" sz="3100" dirty="0"/>
              <a:t># read the content of the file opened </a:t>
            </a:r>
          </a:p>
          <a:p>
            <a:pPr marL="0" indent="0">
              <a:buNone/>
            </a:pPr>
            <a:r>
              <a:rPr lang="en-IN" sz="3100" dirty="0"/>
              <a:t>content = </a:t>
            </a:r>
            <a:r>
              <a:rPr lang="en-IN" sz="3100" dirty="0" err="1"/>
              <a:t>file.readlines</a:t>
            </a:r>
            <a:r>
              <a:rPr lang="en-IN" sz="3100" dirty="0"/>
              <a:t>() </a:t>
            </a:r>
          </a:p>
          <a:p>
            <a:pPr marL="0" indent="0">
              <a:buNone/>
            </a:pPr>
            <a:r>
              <a:rPr lang="en-IN" sz="3100" dirty="0"/>
              <a:t># read 5th line from the file </a:t>
            </a:r>
          </a:p>
          <a:p>
            <a:pPr marL="0" indent="0">
              <a:buNone/>
            </a:pPr>
            <a:r>
              <a:rPr lang="en-IN" sz="3100" dirty="0"/>
              <a:t>print("5th line") </a:t>
            </a:r>
          </a:p>
          <a:p>
            <a:pPr marL="0" indent="0">
              <a:buNone/>
            </a:pPr>
            <a:r>
              <a:rPr lang="en-IN" sz="3100" dirty="0"/>
              <a:t>print(content[4]) </a:t>
            </a:r>
          </a:p>
          <a:p>
            <a:pPr marL="0" indent="0">
              <a:buNone/>
            </a:pPr>
            <a:r>
              <a:rPr lang="en-IN" sz="3100" dirty="0"/>
              <a:t># print first 3 lines of file </a:t>
            </a:r>
          </a:p>
          <a:p>
            <a:pPr marL="0" indent="0">
              <a:buNone/>
            </a:pPr>
            <a:r>
              <a:rPr lang="en-IN" sz="3100" dirty="0"/>
              <a:t>print("first three lines") </a:t>
            </a:r>
          </a:p>
          <a:p>
            <a:pPr marL="0" indent="0">
              <a:buNone/>
            </a:pPr>
            <a:r>
              <a:rPr lang="en-IN" sz="3100" dirty="0"/>
              <a:t>print(content[0:3]) </a:t>
            </a:r>
          </a:p>
          <a:p>
            <a:endParaRPr lang="en-IN" dirty="0"/>
          </a:p>
        </p:txBody>
      </p:sp>
    </p:spTree>
    <p:extLst>
      <p:ext uri="{BB962C8B-B14F-4D97-AF65-F5344CB8AC3E}">
        <p14:creationId xmlns:p14="http://schemas.microsoft.com/office/powerpoint/2010/main" val="4284390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B9A4-0488-4FD5-9447-01FB1BB44C2C}"/>
              </a:ext>
            </a:extLst>
          </p:cNvPr>
          <p:cNvSpPr>
            <a:spLocks noGrp="1"/>
          </p:cNvSpPr>
          <p:nvPr>
            <p:ph type="title"/>
          </p:nvPr>
        </p:nvSpPr>
        <p:spPr/>
        <p:txBody>
          <a:bodyPr/>
          <a:lstStyle/>
          <a:p>
            <a:r>
              <a:rPr lang="en-IN" b="1" i="0" dirty="0">
                <a:solidFill>
                  <a:srgbClr val="273239"/>
                </a:solidFill>
                <a:effectLst/>
                <a:latin typeface="sofia-pro"/>
              </a:rPr>
              <a:t>Python seek() function</a:t>
            </a:r>
            <a:endParaRPr lang="en-IN" dirty="0"/>
          </a:p>
        </p:txBody>
      </p:sp>
      <p:sp>
        <p:nvSpPr>
          <p:cNvPr id="3" name="Content Placeholder 2">
            <a:extLst>
              <a:ext uri="{FF2B5EF4-FFF2-40B4-BE49-F238E27FC236}">
                <a16:creationId xmlns:a16="http://schemas.microsoft.com/office/drawing/2014/main" id="{AA33DAAA-8A8C-4136-B921-B10A2469BD5A}"/>
              </a:ext>
            </a:extLst>
          </p:cNvPr>
          <p:cNvSpPr>
            <a:spLocks noGrp="1"/>
          </p:cNvSpPr>
          <p:nvPr>
            <p:ph idx="1"/>
          </p:nvPr>
        </p:nvSpPr>
        <p:spPr/>
        <p:txBody>
          <a:bodyPr/>
          <a:lstStyle/>
          <a:p>
            <a:r>
              <a:rPr lang="en-IN" dirty="0"/>
              <a:t>In Python, seek() function is used to change the position of the File Handle to a given specific position. File handle is like a cursor, which defines from where the data has to be read or written in the file.</a:t>
            </a:r>
          </a:p>
          <a:p>
            <a:pPr algn="l" fontAlgn="base"/>
            <a:r>
              <a:rPr lang="en-IN" b="1" i="1" dirty="0">
                <a:solidFill>
                  <a:srgbClr val="40424E"/>
                </a:solidFill>
                <a:effectLst/>
                <a:latin typeface="urw-din"/>
              </a:rPr>
              <a:t>Syntax: </a:t>
            </a:r>
            <a:r>
              <a:rPr lang="en-IN" b="0" i="1" dirty="0" err="1">
                <a:solidFill>
                  <a:srgbClr val="40424E"/>
                </a:solidFill>
                <a:effectLst/>
                <a:latin typeface="urw-din"/>
              </a:rPr>
              <a:t>f.seek</a:t>
            </a:r>
            <a:r>
              <a:rPr lang="en-IN" b="0" i="1" dirty="0">
                <a:solidFill>
                  <a:srgbClr val="40424E"/>
                </a:solidFill>
                <a:effectLst/>
                <a:latin typeface="urw-din"/>
              </a:rPr>
              <a:t>(offset, </a:t>
            </a:r>
            <a:r>
              <a:rPr lang="en-IN" b="0" i="1" dirty="0" err="1">
                <a:solidFill>
                  <a:srgbClr val="40424E"/>
                </a:solidFill>
                <a:effectLst/>
                <a:latin typeface="urw-din"/>
              </a:rPr>
              <a:t>from_what</a:t>
            </a:r>
            <a:r>
              <a:rPr lang="en-IN" b="0" i="1" dirty="0">
                <a:solidFill>
                  <a:srgbClr val="40424E"/>
                </a:solidFill>
                <a:effectLst/>
                <a:latin typeface="urw-din"/>
              </a:rPr>
              <a:t>), where f is file pointer</a:t>
            </a:r>
          </a:p>
          <a:p>
            <a:pPr algn="l" fontAlgn="base"/>
            <a:r>
              <a:rPr lang="en-IN" b="1" i="1" dirty="0">
                <a:solidFill>
                  <a:srgbClr val="40424E"/>
                </a:solidFill>
                <a:effectLst/>
                <a:latin typeface="urw-din"/>
              </a:rPr>
              <a:t>Parameters:</a:t>
            </a:r>
            <a:br>
              <a:rPr lang="en-IN" b="0" i="1" dirty="0">
                <a:solidFill>
                  <a:srgbClr val="40424E"/>
                </a:solidFill>
                <a:effectLst/>
                <a:latin typeface="urw-din"/>
              </a:rPr>
            </a:br>
            <a:r>
              <a:rPr lang="en-IN" b="1" i="1" dirty="0">
                <a:solidFill>
                  <a:srgbClr val="40424E"/>
                </a:solidFill>
                <a:effectLst/>
                <a:latin typeface="urw-din"/>
              </a:rPr>
              <a:t>Offset: </a:t>
            </a:r>
            <a:r>
              <a:rPr lang="en-IN" b="0" i="1" dirty="0">
                <a:solidFill>
                  <a:srgbClr val="40424E"/>
                </a:solidFill>
                <a:effectLst/>
                <a:latin typeface="urw-din"/>
              </a:rPr>
              <a:t>Number of </a:t>
            </a:r>
            <a:r>
              <a:rPr lang="en-IN" b="0" i="1" dirty="0" err="1">
                <a:solidFill>
                  <a:srgbClr val="40424E"/>
                </a:solidFill>
                <a:effectLst/>
                <a:latin typeface="urw-din"/>
              </a:rPr>
              <a:t>postions</a:t>
            </a:r>
            <a:r>
              <a:rPr lang="en-IN" b="0" i="1" dirty="0">
                <a:solidFill>
                  <a:srgbClr val="40424E"/>
                </a:solidFill>
                <a:effectLst/>
                <a:latin typeface="urw-din"/>
              </a:rPr>
              <a:t> to move forward</a:t>
            </a:r>
            <a:br>
              <a:rPr lang="en-IN" b="0" i="1" dirty="0">
                <a:solidFill>
                  <a:srgbClr val="40424E"/>
                </a:solidFill>
                <a:effectLst/>
                <a:latin typeface="urw-din"/>
              </a:rPr>
            </a:br>
            <a:r>
              <a:rPr lang="en-IN" b="1" i="1" dirty="0" err="1">
                <a:solidFill>
                  <a:srgbClr val="40424E"/>
                </a:solidFill>
                <a:effectLst/>
                <a:latin typeface="urw-din"/>
              </a:rPr>
              <a:t>from_what</a:t>
            </a:r>
            <a:r>
              <a:rPr lang="en-IN" b="1" i="1" dirty="0">
                <a:solidFill>
                  <a:srgbClr val="40424E"/>
                </a:solidFill>
                <a:effectLst/>
                <a:latin typeface="urw-din"/>
              </a:rPr>
              <a:t>: </a:t>
            </a:r>
            <a:r>
              <a:rPr lang="en-IN" b="0" i="1" dirty="0">
                <a:solidFill>
                  <a:srgbClr val="40424E"/>
                </a:solidFill>
                <a:effectLst/>
                <a:latin typeface="urw-din"/>
              </a:rPr>
              <a:t>It defines point of reference.</a:t>
            </a:r>
          </a:p>
          <a:p>
            <a:endParaRPr lang="en-IN"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282C68C6-84F3-42CE-DAC5-55A0962157B9}"/>
                  </a:ext>
                </a:extLst>
              </p14:cNvPr>
              <p14:cNvContentPartPr/>
              <p14:nvPr/>
            </p14:nvContentPartPr>
            <p14:xfrm>
              <a:off x="3892564" y="3744678"/>
              <a:ext cx="360" cy="360"/>
            </p14:xfrm>
          </p:contentPart>
        </mc:Choice>
        <mc:Fallback xmlns="">
          <p:pic>
            <p:nvPicPr>
              <p:cNvPr id="5" name="Ink 4">
                <a:extLst>
                  <a:ext uri="{FF2B5EF4-FFF2-40B4-BE49-F238E27FC236}">
                    <a16:creationId xmlns:a16="http://schemas.microsoft.com/office/drawing/2014/main" id="{282C68C6-84F3-42CE-DAC5-55A0962157B9}"/>
                  </a:ext>
                </a:extLst>
              </p:cNvPr>
              <p:cNvPicPr/>
              <p:nvPr/>
            </p:nvPicPr>
            <p:blipFill>
              <a:blip r:embed="rId3"/>
              <a:stretch>
                <a:fillRect/>
              </a:stretch>
            </p:blipFill>
            <p:spPr>
              <a:xfrm>
                <a:off x="3883564" y="373567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953858B9-8E2D-7C00-2320-92CEC7B85A29}"/>
                  </a:ext>
                </a:extLst>
              </p14:cNvPr>
              <p14:cNvContentPartPr/>
              <p14:nvPr/>
            </p14:nvContentPartPr>
            <p14:xfrm>
              <a:off x="1519084" y="4140318"/>
              <a:ext cx="2880" cy="1440"/>
            </p14:xfrm>
          </p:contentPart>
        </mc:Choice>
        <mc:Fallback xmlns="">
          <p:pic>
            <p:nvPicPr>
              <p:cNvPr id="7" name="Ink 6">
                <a:extLst>
                  <a:ext uri="{FF2B5EF4-FFF2-40B4-BE49-F238E27FC236}">
                    <a16:creationId xmlns:a16="http://schemas.microsoft.com/office/drawing/2014/main" id="{953858B9-8E2D-7C00-2320-92CEC7B85A29}"/>
                  </a:ext>
                </a:extLst>
              </p:cNvPr>
              <p:cNvPicPr/>
              <p:nvPr/>
            </p:nvPicPr>
            <p:blipFill>
              <a:blip r:embed="rId5"/>
              <a:stretch>
                <a:fillRect/>
              </a:stretch>
            </p:blipFill>
            <p:spPr>
              <a:xfrm>
                <a:off x="1510084" y="4131318"/>
                <a:ext cx="20520" cy="19080"/>
              </a:xfrm>
              <a:prstGeom prst="rect">
                <a:avLst/>
              </a:prstGeom>
            </p:spPr>
          </p:pic>
        </mc:Fallback>
      </mc:AlternateContent>
    </p:spTree>
    <p:extLst>
      <p:ext uri="{BB962C8B-B14F-4D97-AF65-F5344CB8AC3E}">
        <p14:creationId xmlns:p14="http://schemas.microsoft.com/office/powerpoint/2010/main" val="2582002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DC31E-ACDD-4775-B9E2-EC3E4F6FC5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862A3D-CA07-4C38-AA2C-A118C801B5CA}"/>
              </a:ext>
            </a:extLst>
          </p:cNvPr>
          <p:cNvSpPr>
            <a:spLocks noGrp="1"/>
          </p:cNvSpPr>
          <p:nvPr>
            <p:ph idx="1"/>
          </p:nvPr>
        </p:nvSpPr>
        <p:spPr/>
        <p:txBody>
          <a:bodyPr/>
          <a:lstStyle/>
          <a:p>
            <a:pPr algn="l" fontAlgn="base"/>
            <a:r>
              <a:rPr lang="en-IN" b="0" i="0" dirty="0">
                <a:solidFill>
                  <a:srgbClr val="40424E"/>
                </a:solidFill>
                <a:effectLst/>
                <a:latin typeface="urw-din"/>
              </a:rPr>
              <a:t>The reference point is selected by the </a:t>
            </a:r>
            <a:r>
              <a:rPr lang="en-IN" b="1" i="0" dirty="0" err="1">
                <a:solidFill>
                  <a:srgbClr val="40424E"/>
                </a:solidFill>
                <a:effectLst/>
                <a:latin typeface="urw-din"/>
              </a:rPr>
              <a:t>from_what</a:t>
            </a:r>
            <a:r>
              <a:rPr lang="en-IN" b="0" i="0" dirty="0">
                <a:solidFill>
                  <a:srgbClr val="40424E"/>
                </a:solidFill>
                <a:effectLst/>
                <a:latin typeface="urw-din"/>
              </a:rPr>
              <a:t> argument. It accepts three values:</a:t>
            </a:r>
          </a:p>
          <a:p>
            <a:pPr algn="l" fontAlgn="base">
              <a:buFont typeface="Arial" panose="020B0604020202020204" pitchFamily="34" charset="0"/>
              <a:buChar char="•"/>
            </a:pPr>
            <a:r>
              <a:rPr lang="en-IN" b="1" i="0" dirty="0">
                <a:solidFill>
                  <a:srgbClr val="40424E"/>
                </a:solidFill>
                <a:effectLst/>
                <a:latin typeface="urw-din"/>
              </a:rPr>
              <a:t>0:</a:t>
            </a:r>
            <a:r>
              <a:rPr lang="en-IN" b="0" i="0" dirty="0">
                <a:solidFill>
                  <a:srgbClr val="40424E"/>
                </a:solidFill>
                <a:effectLst/>
                <a:latin typeface="urw-din"/>
              </a:rPr>
              <a:t> sets the reference point at the beginning of the file</a:t>
            </a:r>
          </a:p>
          <a:p>
            <a:pPr algn="l" fontAlgn="base">
              <a:buFont typeface="Arial" panose="020B0604020202020204" pitchFamily="34" charset="0"/>
              <a:buChar char="•"/>
            </a:pPr>
            <a:r>
              <a:rPr lang="en-IN" b="1" i="0" dirty="0">
                <a:solidFill>
                  <a:srgbClr val="40424E"/>
                </a:solidFill>
                <a:effectLst/>
                <a:latin typeface="urw-din"/>
              </a:rPr>
              <a:t>1:</a:t>
            </a:r>
            <a:r>
              <a:rPr lang="en-IN" b="0" i="0" dirty="0">
                <a:solidFill>
                  <a:srgbClr val="40424E"/>
                </a:solidFill>
                <a:effectLst/>
                <a:latin typeface="urw-din"/>
              </a:rPr>
              <a:t> sets the reference point at the current file position</a:t>
            </a:r>
          </a:p>
          <a:p>
            <a:pPr algn="l" fontAlgn="base">
              <a:buFont typeface="Arial" panose="020B0604020202020204" pitchFamily="34" charset="0"/>
              <a:buChar char="•"/>
            </a:pPr>
            <a:r>
              <a:rPr lang="en-IN" b="1" i="0" dirty="0">
                <a:solidFill>
                  <a:srgbClr val="40424E"/>
                </a:solidFill>
                <a:effectLst/>
                <a:latin typeface="urw-din"/>
              </a:rPr>
              <a:t>2:</a:t>
            </a:r>
            <a:r>
              <a:rPr lang="en-IN" b="0" i="0" dirty="0">
                <a:solidFill>
                  <a:srgbClr val="40424E"/>
                </a:solidFill>
                <a:effectLst/>
                <a:latin typeface="urw-din"/>
              </a:rPr>
              <a:t> sets the reference point at the end of the file</a:t>
            </a:r>
          </a:p>
          <a:p>
            <a:pPr algn="l" fontAlgn="base"/>
            <a:r>
              <a:rPr lang="en-IN" b="0" i="0" dirty="0">
                <a:solidFill>
                  <a:srgbClr val="40424E"/>
                </a:solidFill>
                <a:effectLst/>
                <a:latin typeface="urw-din"/>
              </a:rPr>
              <a:t>By default </a:t>
            </a:r>
            <a:r>
              <a:rPr lang="en-IN" b="0" i="0" dirty="0" err="1">
                <a:solidFill>
                  <a:srgbClr val="40424E"/>
                </a:solidFill>
                <a:effectLst/>
                <a:latin typeface="urw-din"/>
              </a:rPr>
              <a:t>from_what</a:t>
            </a:r>
            <a:r>
              <a:rPr lang="en-IN" b="0" i="0" dirty="0">
                <a:solidFill>
                  <a:srgbClr val="40424E"/>
                </a:solidFill>
                <a:effectLst/>
                <a:latin typeface="urw-din"/>
              </a:rPr>
              <a:t> argument is set to 0.</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0B2D17D-3C2A-082B-5071-DC7D2745170A}"/>
                  </a:ext>
                </a:extLst>
              </p14:cNvPr>
              <p14:cNvContentPartPr/>
              <p14:nvPr/>
            </p14:nvContentPartPr>
            <p14:xfrm>
              <a:off x="6514804" y="6333438"/>
              <a:ext cx="360" cy="360"/>
            </p14:xfrm>
          </p:contentPart>
        </mc:Choice>
        <mc:Fallback xmlns="">
          <p:pic>
            <p:nvPicPr>
              <p:cNvPr id="4" name="Ink 3">
                <a:extLst>
                  <a:ext uri="{FF2B5EF4-FFF2-40B4-BE49-F238E27FC236}">
                    <a16:creationId xmlns:a16="http://schemas.microsoft.com/office/drawing/2014/main" id="{20B2D17D-3C2A-082B-5071-DC7D2745170A}"/>
                  </a:ext>
                </a:extLst>
              </p:cNvPr>
              <p:cNvPicPr/>
              <p:nvPr/>
            </p:nvPicPr>
            <p:blipFill>
              <a:blip r:embed="rId3"/>
              <a:stretch>
                <a:fillRect/>
              </a:stretch>
            </p:blipFill>
            <p:spPr>
              <a:xfrm>
                <a:off x="6505804" y="632443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D1A21036-CDF9-3904-3AC0-F2DEF4FF3B4F}"/>
                  </a:ext>
                </a:extLst>
              </p14:cNvPr>
              <p14:cNvContentPartPr/>
              <p14:nvPr/>
            </p14:nvContentPartPr>
            <p14:xfrm>
              <a:off x="1788004" y="3247158"/>
              <a:ext cx="360" cy="360"/>
            </p14:xfrm>
          </p:contentPart>
        </mc:Choice>
        <mc:Fallback xmlns="">
          <p:pic>
            <p:nvPicPr>
              <p:cNvPr id="5" name="Ink 4">
                <a:extLst>
                  <a:ext uri="{FF2B5EF4-FFF2-40B4-BE49-F238E27FC236}">
                    <a16:creationId xmlns:a16="http://schemas.microsoft.com/office/drawing/2014/main" id="{D1A21036-CDF9-3904-3AC0-F2DEF4FF3B4F}"/>
                  </a:ext>
                </a:extLst>
              </p:cNvPr>
              <p:cNvPicPr/>
              <p:nvPr/>
            </p:nvPicPr>
            <p:blipFill>
              <a:blip r:embed="rId3"/>
              <a:stretch>
                <a:fillRect/>
              </a:stretch>
            </p:blipFill>
            <p:spPr>
              <a:xfrm>
                <a:off x="1779364" y="323851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BF5553A2-EB00-90A6-2553-0446E950E9CA}"/>
                  </a:ext>
                </a:extLst>
              </p14:cNvPr>
              <p14:cNvContentPartPr/>
              <p14:nvPr/>
            </p14:nvContentPartPr>
            <p14:xfrm>
              <a:off x="5062564" y="4538118"/>
              <a:ext cx="360" cy="360"/>
            </p14:xfrm>
          </p:contentPart>
        </mc:Choice>
        <mc:Fallback xmlns="">
          <p:pic>
            <p:nvPicPr>
              <p:cNvPr id="8" name="Ink 7">
                <a:extLst>
                  <a:ext uri="{FF2B5EF4-FFF2-40B4-BE49-F238E27FC236}">
                    <a16:creationId xmlns:a16="http://schemas.microsoft.com/office/drawing/2014/main" id="{BF5553A2-EB00-90A6-2553-0446E950E9CA}"/>
                  </a:ext>
                </a:extLst>
              </p:cNvPr>
              <p:cNvPicPr/>
              <p:nvPr/>
            </p:nvPicPr>
            <p:blipFill>
              <a:blip r:embed="rId6"/>
              <a:stretch>
                <a:fillRect/>
              </a:stretch>
            </p:blipFill>
            <p:spPr>
              <a:xfrm>
                <a:off x="5053564" y="4529118"/>
                <a:ext cx="18000" cy="18000"/>
              </a:xfrm>
              <a:prstGeom prst="rect">
                <a:avLst/>
              </a:prstGeom>
            </p:spPr>
          </p:pic>
        </mc:Fallback>
      </mc:AlternateContent>
    </p:spTree>
    <p:extLst>
      <p:ext uri="{BB962C8B-B14F-4D97-AF65-F5344CB8AC3E}">
        <p14:creationId xmlns:p14="http://schemas.microsoft.com/office/powerpoint/2010/main" val="2647477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1F39-3FF8-4727-A54F-0B5C7C376567}"/>
              </a:ext>
            </a:extLst>
          </p:cNvPr>
          <p:cNvSpPr>
            <a:spLocks noGrp="1"/>
          </p:cNvSpPr>
          <p:nvPr>
            <p:ph type="title"/>
          </p:nvPr>
        </p:nvSpPr>
        <p:spPr/>
        <p:txBody>
          <a:bodyPr/>
          <a:lstStyle/>
          <a:p>
            <a:r>
              <a:rPr lang="en-IN" dirty="0"/>
              <a:t>Python tell() function</a:t>
            </a:r>
          </a:p>
        </p:txBody>
      </p:sp>
      <p:sp>
        <p:nvSpPr>
          <p:cNvPr id="3" name="Content Placeholder 2">
            <a:extLst>
              <a:ext uri="{FF2B5EF4-FFF2-40B4-BE49-F238E27FC236}">
                <a16:creationId xmlns:a16="http://schemas.microsoft.com/office/drawing/2014/main" id="{577EA5EF-D808-4E8B-AD3C-44FB2EEBD1D7}"/>
              </a:ext>
            </a:extLst>
          </p:cNvPr>
          <p:cNvSpPr>
            <a:spLocks noGrp="1"/>
          </p:cNvSpPr>
          <p:nvPr>
            <p:ph idx="1"/>
          </p:nvPr>
        </p:nvSpPr>
        <p:spPr>
          <a:xfrm>
            <a:off x="1451579" y="2015732"/>
            <a:ext cx="9603275" cy="4173033"/>
          </a:xfrm>
        </p:spPr>
        <p:txBody>
          <a:bodyPr>
            <a:normAutofit fontScale="92500"/>
          </a:bodyPr>
          <a:lstStyle/>
          <a:p>
            <a:r>
              <a:rPr lang="en-IN" dirty="0"/>
              <a:t>Similarly, the tell() method returns our current position (in number of bytes).</a:t>
            </a:r>
          </a:p>
          <a:p>
            <a:r>
              <a:rPr lang="en-IN" dirty="0"/>
              <a:t>File handle is like a cursor, which defines from where the data has to be read or written in the file. Sometimes it becomes important for us to know the position of the File </a:t>
            </a:r>
            <a:r>
              <a:rPr lang="en-IN" dirty="0" err="1"/>
              <a:t>Hanlde</a:t>
            </a:r>
            <a:r>
              <a:rPr lang="en-IN" dirty="0"/>
              <a:t>. </a:t>
            </a:r>
          </a:p>
          <a:p>
            <a:r>
              <a:rPr lang="en-IN" dirty="0"/>
              <a:t>tell() method can be used to get the position of File Handle. tell() method returns current position of file object. </a:t>
            </a:r>
          </a:p>
          <a:p>
            <a:r>
              <a:rPr lang="en-IN" dirty="0"/>
              <a:t>This method takes no parameters and returns an integer value. Initially file pointer points to the beginning of the file(if not opened in append mode). So, the initial value of tell() is zero.</a:t>
            </a:r>
          </a:p>
          <a:p>
            <a:r>
              <a:rPr lang="en-IN" dirty="0"/>
              <a:t>Syntax:-</a:t>
            </a:r>
          </a:p>
          <a:p>
            <a:pPr marL="0" indent="0">
              <a:buNone/>
            </a:pPr>
            <a:r>
              <a:rPr lang="en-IN" dirty="0"/>
              <a:t>	</a:t>
            </a:r>
            <a:r>
              <a:rPr lang="en-IN" dirty="0" err="1"/>
              <a:t>file_object.tell</a:t>
            </a:r>
            <a:r>
              <a:rPr lang="en-IN" dirty="0"/>
              <a:t>()</a:t>
            </a:r>
          </a:p>
        </p:txBody>
      </p:sp>
    </p:spTree>
    <p:extLst>
      <p:ext uri="{BB962C8B-B14F-4D97-AF65-F5344CB8AC3E}">
        <p14:creationId xmlns:p14="http://schemas.microsoft.com/office/powerpoint/2010/main" val="3028602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5F0A-7BB8-4BB1-A4B5-7E9F742138B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7B38A76C-59CC-4E41-A996-BD14A85D453E}"/>
              </a:ext>
            </a:extLst>
          </p:cNvPr>
          <p:cNvSpPr>
            <a:spLocks noGrp="1"/>
          </p:cNvSpPr>
          <p:nvPr>
            <p:ph idx="1"/>
          </p:nvPr>
        </p:nvSpPr>
        <p:spPr>
          <a:xfrm>
            <a:off x="808383" y="1996888"/>
            <a:ext cx="10246471" cy="4350904"/>
          </a:xfrm>
        </p:spPr>
        <p:txBody>
          <a:bodyPr>
            <a:normAutofit/>
          </a:bodyPr>
          <a:lstStyle/>
          <a:p>
            <a:pPr marL="0" indent="0">
              <a:buNone/>
            </a:pPr>
            <a:r>
              <a:rPr lang="en-IN" sz="1800" dirty="0"/>
              <a:t># Opening “demo.txt" text file </a:t>
            </a:r>
          </a:p>
          <a:p>
            <a:pPr marL="0" indent="0">
              <a:buNone/>
            </a:pPr>
            <a:r>
              <a:rPr lang="en-IN" sz="1800" dirty="0"/>
              <a:t>f = open(“demo.txt", "r") </a:t>
            </a:r>
          </a:p>
          <a:p>
            <a:pPr marL="0" indent="0">
              <a:buNone/>
            </a:pPr>
            <a:r>
              <a:rPr lang="en-IN" sz="1800" dirty="0"/>
              <a:t># Second parameter is by default 0  sets Reference point to twentieth .index position from the beginning </a:t>
            </a:r>
          </a:p>
          <a:p>
            <a:pPr marL="0" indent="0">
              <a:buNone/>
            </a:pPr>
            <a:r>
              <a:rPr lang="en-IN" sz="1800" dirty="0" err="1"/>
              <a:t>f.seek</a:t>
            </a:r>
            <a:r>
              <a:rPr lang="en-IN" sz="1800" dirty="0"/>
              <a:t>(20) </a:t>
            </a:r>
          </a:p>
          <a:p>
            <a:pPr marL="0" indent="0">
              <a:buNone/>
            </a:pPr>
            <a:r>
              <a:rPr lang="en-IN" sz="1800" dirty="0"/>
              <a:t># prints current </a:t>
            </a:r>
            <a:r>
              <a:rPr lang="en-IN" sz="1800" dirty="0" err="1"/>
              <a:t>postion</a:t>
            </a:r>
            <a:r>
              <a:rPr lang="en-IN" sz="1800" dirty="0"/>
              <a:t> </a:t>
            </a:r>
          </a:p>
          <a:p>
            <a:pPr marL="0" indent="0">
              <a:buNone/>
            </a:pPr>
            <a:r>
              <a:rPr lang="en-IN" sz="1800" dirty="0"/>
              <a:t>print(</a:t>
            </a:r>
            <a:r>
              <a:rPr lang="en-IN" sz="1800" dirty="0" err="1"/>
              <a:t>f.tell</a:t>
            </a:r>
            <a:r>
              <a:rPr lang="en-IN" sz="1800" dirty="0"/>
              <a:t>()) </a:t>
            </a:r>
          </a:p>
          <a:p>
            <a:pPr marL="0" indent="0">
              <a:buNone/>
            </a:pPr>
            <a:r>
              <a:rPr lang="en-IN" sz="1800" dirty="0"/>
              <a:t>print(</a:t>
            </a:r>
            <a:r>
              <a:rPr lang="en-IN" sz="1800" dirty="0" err="1"/>
              <a:t>f.readline</a:t>
            </a:r>
            <a:r>
              <a:rPr lang="en-IN" sz="1800" dirty="0"/>
              <a:t>())  </a:t>
            </a:r>
          </a:p>
          <a:p>
            <a:pPr marL="0" indent="0">
              <a:buNone/>
            </a:pPr>
            <a:r>
              <a:rPr lang="en-IN" sz="1800" dirty="0" err="1"/>
              <a:t>f.close</a:t>
            </a:r>
            <a:r>
              <a:rPr lang="en-IN" sz="1800" dirty="0"/>
              <a:t>() </a:t>
            </a:r>
          </a:p>
        </p:txBody>
      </p:sp>
    </p:spTree>
    <p:extLst>
      <p:ext uri="{BB962C8B-B14F-4D97-AF65-F5344CB8AC3E}">
        <p14:creationId xmlns:p14="http://schemas.microsoft.com/office/powerpoint/2010/main" val="2893726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D4FBF-D18B-4861-BFAD-C2AD8629CB0C}"/>
              </a:ext>
            </a:extLst>
          </p:cNvPr>
          <p:cNvSpPr>
            <a:spLocks noGrp="1"/>
          </p:cNvSpPr>
          <p:nvPr>
            <p:ph type="title"/>
          </p:nvPr>
        </p:nvSpPr>
        <p:spPr/>
        <p:txBody>
          <a:bodyPr/>
          <a:lstStyle/>
          <a:p>
            <a:r>
              <a:rPr lang="en-IN" dirty="0"/>
              <a:t>Truncate() function</a:t>
            </a:r>
          </a:p>
        </p:txBody>
      </p:sp>
      <p:sp>
        <p:nvSpPr>
          <p:cNvPr id="3" name="Content Placeholder 2">
            <a:extLst>
              <a:ext uri="{FF2B5EF4-FFF2-40B4-BE49-F238E27FC236}">
                <a16:creationId xmlns:a16="http://schemas.microsoft.com/office/drawing/2014/main" id="{56EC2CE1-3FEE-4475-855E-DF2788357640}"/>
              </a:ext>
            </a:extLst>
          </p:cNvPr>
          <p:cNvSpPr>
            <a:spLocks noGrp="1"/>
          </p:cNvSpPr>
          <p:nvPr>
            <p:ph idx="1"/>
          </p:nvPr>
        </p:nvSpPr>
        <p:spPr/>
        <p:txBody>
          <a:bodyPr/>
          <a:lstStyle/>
          <a:p>
            <a:r>
              <a:rPr lang="en-IN" b="1" i="0" dirty="0">
                <a:solidFill>
                  <a:srgbClr val="40424E"/>
                </a:solidFill>
                <a:effectLst/>
                <a:latin typeface="urw-din"/>
              </a:rPr>
              <a:t>When the entire data has to be deleted but not the file it is in :-</a:t>
            </a:r>
          </a:p>
          <a:p>
            <a:r>
              <a:rPr lang="en-IN" dirty="0"/>
              <a:t>Truncate() method truncate the file’s size. If the optional size argument is present, the file is truncated to (at most) that size. The size defaults to the current position. </a:t>
            </a:r>
          </a:p>
          <a:p>
            <a:r>
              <a:rPr lang="en-IN" dirty="0"/>
              <a:t>To truncate the file, you can open the file in append mode or write mode.</a:t>
            </a:r>
          </a:p>
          <a:p>
            <a:endParaRPr lang="en-IN" dirty="0"/>
          </a:p>
        </p:txBody>
      </p:sp>
      <p:sp>
        <p:nvSpPr>
          <p:cNvPr id="6" name="TextBox 5">
            <a:extLst>
              <a:ext uri="{FF2B5EF4-FFF2-40B4-BE49-F238E27FC236}">
                <a16:creationId xmlns:a16="http://schemas.microsoft.com/office/drawing/2014/main" id="{746AE42A-79F5-4F55-9CD4-4F29DE110EAB}"/>
              </a:ext>
            </a:extLst>
          </p:cNvPr>
          <p:cNvSpPr txBox="1"/>
          <p:nvPr/>
        </p:nvSpPr>
        <p:spPr>
          <a:xfrm>
            <a:off x="1451579" y="4163343"/>
            <a:ext cx="6102626" cy="1384995"/>
          </a:xfrm>
          <a:prstGeom prst="rect">
            <a:avLst/>
          </a:prstGeom>
          <a:noFill/>
        </p:spPr>
        <p:txBody>
          <a:bodyPr wrap="square">
            <a:spAutoFit/>
          </a:bodyPr>
          <a:lstStyle/>
          <a:p>
            <a:r>
              <a:rPr lang="en-IN" sz="2800" dirty="0"/>
              <a:t>f=open("</a:t>
            </a:r>
            <a:r>
              <a:rPr lang="en-IN" sz="2800" dirty="0" err="1"/>
              <a:t>demofile.txt","w</a:t>
            </a:r>
            <a:r>
              <a:rPr lang="en-IN" sz="2800" dirty="0"/>
              <a:t>")</a:t>
            </a:r>
          </a:p>
          <a:p>
            <a:r>
              <a:rPr lang="en-IN" sz="2800" dirty="0" err="1"/>
              <a:t>f.truncate</a:t>
            </a:r>
            <a:r>
              <a:rPr lang="en-IN" sz="2800" dirty="0"/>
              <a:t>()</a:t>
            </a:r>
          </a:p>
          <a:p>
            <a:r>
              <a:rPr lang="en-IN" sz="2800" dirty="0" err="1"/>
              <a:t>f.close</a:t>
            </a:r>
            <a:r>
              <a:rPr lang="en-IN" sz="2800" dirty="0"/>
              <a:t>()</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8EA19E4C-8B29-AA40-31CE-993879B62760}"/>
                  </a:ext>
                </a:extLst>
              </p14:cNvPr>
              <p14:cNvContentPartPr/>
              <p14:nvPr/>
            </p14:nvContentPartPr>
            <p14:xfrm>
              <a:off x="1375444" y="4961478"/>
              <a:ext cx="56880" cy="32760"/>
            </p14:xfrm>
          </p:contentPart>
        </mc:Choice>
        <mc:Fallback xmlns="">
          <p:pic>
            <p:nvPicPr>
              <p:cNvPr id="7" name="Ink 6">
                <a:extLst>
                  <a:ext uri="{FF2B5EF4-FFF2-40B4-BE49-F238E27FC236}">
                    <a16:creationId xmlns:a16="http://schemas.microsoft.com/office/drawing/2014/main" id="{8EA19E4C-8B29-AA40-31CE-993879B62760}"/>
                  </a:ext>
                </a:extLst>
              </p:cNvPr>
              <p:cNvPicPr/>
              <p:nvPr/>
            </p:nvPicPr>
            <p:blipFill>
              <a:blip r:embed="rId3"/>
              <a:stretch>
                <a:fillRect/>
              </a:stretch>
            </p:blipFill>
            <p:spPr>
              <a:xfrm>
                <a:off x="1366444" y="4952478"/>
                <a:ext cx="74520" cy="50400"/>
              </a:xfrm>
              <a:prstGeom prst="rect">
                <a:avLst/>
              </a:prstGeom>
            </p:spPr>
          </p:pic>
        </mc:Fallback>
      </mc:AlternateContent>
    </p:spTree>
    <p:extLst>
      <p:ext uri="{BB962C8B-B14F-4D97-AF65-F5344CB8AC3E}">
        <p14:creationId xmlns:p14="http://schemas.microsoft.com/office/powerpoint/2010/main" val="4024955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DB65D-904C-4BB0-B1EA-F2221C2F6829}"/>
              </a:ext>
            </a:extLst>
          </p:cNvPr>
          <p:cNvSpPr>
            <a:spLocks noGrp="1"/>
          </p:cNvSpPr>
          <p:nvPr>
            <p:ph type="title"/>
          </p:nvPr>
        </p:nvSpPr>
        <p:spPr/>
        <p:txBody>
          <a:bodyPr/>
          <a:lstStyle/>
          <a:p>
            <a:r>
              <a:rPr lang="en-IN" sz="3200" dirty="0"/>
              <a:t>The rename() Method</a:t>
            </a:r>
            <a:br>
              <a:rPr lang="en-IN" dirty="0"/>
            </a:br>
            <a:endParaRPr lang="en-IN" dirty="0"/>
          </a:p>
        </p:txBody>
      </p:sp>
      <p:sp>
        <p:nvSpPr>
          <p:cNvPr id="3" name="Content Placeholder 2">
            <a:extLst>
              <a:ext uri="{FF2B5EF4-FFF2-40B4-BE49-F238E27FC236}">
                <a16:creationId xmlns:a16="http://schemas.microsoft.com/office/drawing/2014/main" id="{6F997A79-1EDC-4F94-B152-B0ACF57A1321}"/>
              </a:ext>
            </a:extLst>
          </p:cNvPr>
          <p:cNvSpPr>
            <a:spLocks noGrp="1"/>
          </p:cNvSpPr>
          <p:nvPr>
            <p:ph idx="1"/>
          </p:nvPr>
        </p:nvSpPr>
        <p:spPr>
          <a:xfrm>
            <a:off x="1451579" y="2015732"/>
            <a:ext cx="9603275" cy="4037749"/>
          </a:xfrm>
        </p:spPr>
        <p:txBody>
          <a:bodyPr>
            <a:normAutofit/>
          </a:bodyPr>
          <a:lstStyle/>
          <a:p>
            <a:r>
              <a:rPr lang="en-IN" sz="2000" dirty="0"/>
              <a:t>The </a:t>
            </a:r>
            <a:r>
              <a:rPr lang="en-IN" sz="2000" i="1" dirty="0"/>
              <a:t>rename()</a:t>
            </a:r>
            <a:r>
              <a:rPr lang="en-IN" sz="2000" dirty="0"/>
              <a:t> method takes two arguments, the current filename and the new filename.</a:t>
            </a:r>
          </a:p>
          <a:p>
            <a:r>
              <a:rPr lang="en-IN" sz="2000" dirty="0"/>
              <a:t>Syntax</a:t>
            </a:r>
          </a:p>
          <a:p>
            <a:pPr marL="0" indent="0">
              <a:buNone/>
            </a:pPr>
            <a:r>
              <a:rPr lang="en-IN" sz="2000" dirty="0" err="1"/>
              <a:t>os.rename</a:t>
            </a:r>
            <a:r>
              <a:rPr lang="en-IN" sz="2000" dirty="0"/>
              <a:t>(</a:t>
            </a:r>
            <a:r>
              <a:rPr lang="en-IN" sz="2000" dirty="0" err="1"/>
              <a:t>current_file_name</a:t>
            </a:r>
            <a:r>
              <a:rPr lang="en-IN" sz="2000" dirty="0"/>
              <a:t>, </a:t>
            </a:r>
            <a:r>
              <a:rPr lang="en-IN" sz="2000" dirty="0" err="1"/>
              <a:t>new_file_name</a:t>
            </a:r>
            <a:r>
              <a:rPr lang="en-IN" sz="2000" dirty="0"/>
              <a:t>)</a:t>
            </a:r>
          </a:p>
          <a:p>
            <a:r>
              <a:rPr lang="en-IN" sz="2000" dirty="0"/>
              <a:t>Example</a:t>
            </a:r>
          </a:p>
          <a:p>
            <a:pPr marL="0" indent="0">
              <a:buNone/>
            </a:pPr>
            <a:r>
              <a:rPr lang="en-IN" sz="2000" dirty="0"/>
              <a:t>import </a:t>
            </a:r>
            <a:r>
              <a:rPr lang="en-IN" sz="2000" dirty="0" err="1"/>
              <a:t>os</a:t>
            </a:r>
            <a:endParaRPr lang="en-IN" sz="2000" dirty="0"/>
          </a:p>
          <a:p>
            <a:pPr marL="0" indent="0">
              <a:buNone/>
            </a:pPr>
            <a:r>
              <a:rPr lang="en-IN" sz="2000" dirty="0"/>
              <a:t># Rename a file from foo.txt to test2.txt</a:t>
            </a:r>
          </a:p>
          <a:p>
            <a:pPr marL="0" indent="0">
              <a:buNone/>
            </a:pPr>
            <a:r>
              <a:rPr lang="en-IN" sz="2000" dirty="0" err="1"/>
              <a:t>os.rename</a:t>
            </a:r>
            <a:r>
              <a:rPr lang="en-IN" sz="2000" dirty="0"/>
              <a:t>( “foo.txt", "test2.txt" )</a:t>
            </a:r>
          </a:p>
          <a:p>
            <a:endParaRPr lang="en-IN" dirty="0"/>
          </a:p>
          <a:p>
            <a:endParaRPr lang="en-IN"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D2A592E6-EB5F-8CD4-49E8-22E88D296277}"/>
                  </a:ext>
                </a:extLst>
              </p14:cNvPr>
              <p14:cNvContentPartPr/>
              <p14:nvPr/>
            </p14:nvContentPartPr>
            <p14:xfrm>
              <a:off x="1996444" y="2850798"/>
              <a:ext cx="360" cy="360"/>
            </p14:xfrm>
          </p:contentPart>
        </mc:Choice>
        <mc:Fallback xmlns="">
          <p:pic>
            <p:nvPicPr>
              <p:cNvPr id="11" name="Ink 10">
                <a:extLst>
                  <a:ext uri="{FF2B5EF4-FFF2-40B4-BE49-F238E27FC236}">
                    <a16:creationId xmlns:a16="http://schemas.microsoft.com/office/drawing/2014/main" id="{D2A592E6-EB5F-8CD4-49E8-22E88D296277}"/>
                  </a:ext>
                </a:extLst>
              </p:cNvPr>
              <p:cNvPicPr/>
              <p:nvPr/>
            </p:nvPicPr>
            <p:blipFill>
              <a:blip r:embed="rId3"/>
              <a:stretch>
                <a:fillRect/>
              </a:stretch>
            </p:blipFill>
            <p:spPr>
              <a:xfrm>
                <a:off x="1987444" y="2841798"/>
                <a:ext cx="18000" cy="18000"/>
              </a:xfrm>
              <a:prstGeom prst="rect">
                <a:avLst/>
              </a:prstGeom>
            </p:spPr>
          </p:pic>
        </mc:Fallback>
      </mc:AlternateContent>
    </p:spTree>
    <p:extLst>
      <p:ext uri="{BB962C8B-B14F-4D97-AF65-F5344CB8AC3E}">
        <p14:creationId xmlns:p14="http://schemas.microsoft.com/office/powerpoint/2010/main" val="1887241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590E2-EF4A-4426-BF0B-97322F34A623}"/>
              </a:ext>
            </a:extLst>
          </p:cNvPr>
          <p:cNvSpPr>
            <a:spLocks noGrp="1"/>
          </p:cNvSpPr>
          <p:nvPr>
            <p:ph type="title"/>
          </p:nvPr>
        </p:nvSpPr>
        <p:spPr/>
        <p:txBody>
          <a:bodyPr/>
          <a:lstStyle/>
          <a:p>
            <a:r>
              <a:rPr lang="en-IN" sz="3200" dirty="0"/>
              <a:t>The remove() Method</a:t>
            </a:r>
            <a:br>
              <a:rPr lang="en-IN" dirty="0"/>
            </a:br>
            <a:endParaRPr lang="en-IN" dirty="0"/>
          </a:p>
        </p:txBody>
      </p:sp>
      <p:sp>
        <p:nvSpPr>
          <p:cNvPr id="3" name="Content Placeholder 2">
            <a:extLst>
              <a:ext uri="{FF2B5EF4-FFF2-40B4-BE49-F238E27FC236}">
                <a16:creationId xmlns:a16="http://schemas.microsoft.com/office/drawing/2014/main" id="{9025EEDE-A209-4FF0-8D88-EB5123BBE5F9}"/>
              </a:ext>
            </a:extLst>
          </p:cNvPr>
          <p:cNvSpPr>
            <a:spLocks noGrp="1"/>
          </p:cNvSpPr>
          <p:nvPr>
            <p:ph idx="1"/>
          </p:nvPr>
        </p:nvSpPr>
        <p:spPr>
          <a:xfrm>
            <a:off x="1451579" y="2015732"/>
            <a:ext cx="9603275" cy="4265798"/>
          </a:xfrm>
        </p:spPr>
        <p:txBody>
          <a:bodyPr>
            <a:normAutofit/>
          </a:bodyPr>
          <a:lstStyle/>
          <a:p>
            <a:r>
              <a:rPr lang="en-IN" sz="2000" dirty="0"/>
              <a:t>You can use the remove() method to delete files by supplying the name of the file to be deleted as the argument.</a:t>
            </a:r>
          </a:p>
          <a:p>
            <a:r>
              <a:rPr lang="en-IN" sz="2000" dirty="0"/>
              <a:t>Syntax</a:t>
            </a:r>
          </a:p>
          <a:p>
            <a:pPr marL="0" indent="0">
              <a:buNone/>
            </a:pPr>
            <a:r>
              <a:rPr lang="en-IN" sz="2000" dirty="0" err="1"/>
              <a:t>os.remove</a:t>
            </a:r>
            <a:r>
              <a:rPr lang="en-IN" sz="2000" dirty="0"/>
              <a:t>(</a:t>
            </a:r>
            <a:r>
              <a:rPr lang="en-IN" sz="2000" dirty="0" err="1"/>
              <a:t>file_name</a:t>
            </a:r>
            <a:r>
              <a:rPr lang="en-IN" sz="2000" dirty="0"/>
              <a:t>)</a:t>
            </a:r>
          </a:p>
          <a:p>
            <a:r>
              <a:rPr lang="en-IN" sz="2000" dirty="0"/>
              <a:t>Example</a:t>
            </a:r>
          </a:p>
          <a:p>
            <a:pPr marL="0" indent="0">
              <a:buNone/>
            </a:pPr>
            <a:r>
              <a:rPr lang="en-IN" sz="2000" dirty="0"/>
              <a:t>import </a:t>
            </a:r>
            <a:r>
              <a:rPr lang="en-IN" sz="2000" dirty="0" err="1"/>
              <a:t>os</a:t>
            </a:r>
            <a:endParaRPr lang="en-IN" sz="2000" dirty="0"/>
          </a:p>
          <a:p>
            <a:pPr marL="0" indent="0">
              <a:buNone/>
            </a:pPr>
            <a:r>
              <a:rPr lang="en-IN" sz="2000" dirty="0"/>
              <a:t># Delete file test2.txt</a:t>
            </a:r>
          </a:p>
          <a:p>
            <a:pPr marL="0" indent="0">
              <a:buNone/>
            </a:pPr>
            <a:r>
              <a:rPr lang="en-IN" sz="2000" dirty="0" err="1"/>
              <a:t>os.remove</a:t>
            </a:r>
            <a:r>
              <a:rPr lang="en-IN" sz="2000" dirty="0"/>
              <a:t>("test2.txt")</a:t>
            </a:r>
          </a:p>
          <a:p>
            <a:endParaRPr lang="en-IN"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21B1FE22-3488-698B-A02B-35A1938AD175}"/>
                  </a:ext>
                </a:extLst>
              </p14:cNvPr>
              <p14:cNvContentPartPr/>
              <p14:nvPr/>
            </p14:nvContentPartPr>
            <p14:xfrm>
              <a:off x="3105964" y="4753038"/>
              <a:ext cx="360" cy="360"/>
            </p14:xfrm>
          </p:contentPart>
        </mc:Choice>
        <mc:Fallback xmlns="">
          <p:pic>
            <p:nvPicPr>
              <p:cNvPr id="5" name="Ink 4">
                <a:extLst>
                  <a:ext uri="{FF2B5EF4-FFF2-40B4-BE49-F238E27FC236}">
                    <a16:creationId xmlns:a16="http://schemas.microsoft.com/office/drawing/2014/main" id="{21B1FE22-3488-698B-A02B-35A1938AD175}"/>
                  </a:ext>
                </a:extLst>
              </p:cNvPr>
              <p:cNvPicPr/>
              <p:nvPr/>
            </p:nvPicPr>
            <p:blipFill>
              <a:blip r:embed="rId3"/>
              <a:stretch>
                <a:fillRect/>
              </a:stretch>
            </p:blipFill>
            <p:spPr>
              <a:xfrm>
                <a:off x="3096964" y="4744038"/>
                <a:ext cx="18000" cy="18000"/>
              </a:xfrm>
              <a:prstGeom prst="rect">
                <a:avLst/>
              </a:prstGeom>
            </p:spPr>
          </p:pic>
        </mc:Fallback>
      </mc:AlternateContent>
    </p:spTree>
    <p:extLst>
      <p:ext uri="{BB962C8B-B14F-4D97-AF65-F5344CB8AC3E}">
        <p14:creationId xmlns:p14="http://schemas.microsoft.com/office/powerpoint/2010/main" val="4031496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D824-921F-43AC-A1C4-BB4287A305B7}"/>
              </a:ext>
            </a:extLst>
          </p:cNvPr>
          <p:cNvSpPr>
            <a:spLocks noGrp="1"/>
          </p:cNvSpPr>
          <p:nvPr>
            <p:ph type="title"/>
          </p:nvPr>
        </p:nvSpPr>
        <p:spPr/>
        <p:txBody>
          <a:bodyPr/>
          <a:lstStyle/>
          <a:p>
            <a:r>
              <a:rPr lang="en-IN" dirty="0"/>
              <a:t>Practical 3</a:t>
            </a:r>
          </a:p>
        </p:txBody>
      </p:sp>
      <p:sp>
        <p:nvSpPr>
          <p:cNvPr id="3" name="Content Placeholder 2">
            <a:extLst>
              <a:ext uri="{FF2B5EF4-FFF2-40B4-BE49-F238E27FC236}">
                <a16:creationId xmlns:a16="http://schemas.microsoft.com/office/drawing/2014/main" id="{2860CA91-D839-4823-BA0D-D0C578D6DB4E}"/>
              </a:ext>
            </a:extLst>
          </p:cNvPr>
          <p:cNvSpPr>
            <a:spLocks noGrp="1"/>
          </p:cNvSpPr>
          <p:nvPr>
            <p:ph idx="1"/>
          </p:nvPr>
        </p:nvSpPr>
        <p:spPr>
          <a:xfrm>
            <a:off x="1451579" y="1853754"/>
            <a:ext cx="9603275" cy="4398320"/>
          </a:xfrm>
        </p:spPr>
        <p:txBody>
          <a:bodyPr>
            <a:normAutofit/>
          </a:bodyPr>
          <a:lstStyle/>
          <a:p>
            <a:r>
              <a:rPr lang="en-IN" dirty="0"/>
              <a:t>Create a text file “story.txt” and put a story of your choice. </a:t>
            </a:r>
          </a:p>
          <a:p>
            <a:r>
              <a:rPr lang="en-IN" dirty="0"/>
              <a:t>Write code for following:-</a:t>
            </a:r>
          </a:p>
          <a:p>
            <a:r>
              <a:rPr lang="en-IN" dirty="0"/>
              <a:t>Display the name of the file and mode in which it is opened.</a:t>
            </a:r>
          </a:p>
          <a:p>
            <a:r>
              <a:rPr lang="en-IN" dirty="0"/>
              <a:t>Append a Moral at the end of file.</a:t>
            </a:r>
          </a:p>
          <a:p>
            <a:r>
              <a:rPr lang="en-IN" dirty="0"/>
              <a:t>Display the story line by line.</a:t>
            </a:r>
          </a:p>
          <a:p>
            <a:r>
              <a:rPr lang="en-IN" dirty="0"/>
              <a:t>Retrieve the position of the line where moral starts.</a:t>
            </a:r>
          </a:p>
          <a:p>
            <a:r>
              <a:rPr lang="en-IN" dirty="0"/>
              <a:t>Rename the file to the name of the story which you have written.</a:t>
            </a:r>
          </a:p>
          <a:p>
            <a:r>
              <a:rPr lang="en-IN" dirty="0"/>
              <a:t>Delete the contents of the file.</a:t>
            </a:r>
          </a:p>
          <a:p>
            <a:r>
              <a:rPr lang="en-IN" dirty="0"/>
              <a:t>Delete the file.</a:t>
            </a:r>
          </a:p>
        </p:txBody>
      </p:sp>
    </p:spTree>
    <p:extLst>
      <p:ext uri="{BB962C8B-B14F-4D97-AF65-F5344CB8AC3E}">
        <p14:creationId xmlns:p14="http://schemas.microsoft.com/office/powerpoint/2010/main" val="2890611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DAD1C-F28F-42DF-ABA1-08A81D69094E}"/>
              </a:ext>
            </a:extLst>
          </p:cNvPr>
          <p:cNvSpPr>
            <a:spLocks noGrp="1"/>
          </p:cNvSpPr>
          <p:nvPr>
            <p:ph type="title"/>
          </p:nvPr>
        </p:nvSpPr>
        <p:spPr/>
        <p:txBody>
          <a:bodyPr/>
          <a:lstStyle/>
          <a:p>
            <a:r>
              <a:rPr lang="en-IN" dirty="0"/>
              <a:t>practice</a:t>
            </a:r>
          </a:p>
        </p:txBody>
      </p:sp>
      <p:sp>
        <p:nvSpPr>
          <p:cNvPr id="3" name="Content Placeholder 2">
            <a:extLst>
              <a:ext uri="{FF2B5EF4-FFF2-40B4-BE49-F238E27FC236}">
                <a16:creationId xmlns:a16="http://schemas.microsoft.com/office/drawing/2014/main" id="{D8F5C010-2B5B-4077-BFB1-766A7046DED6}"/>
              </a:ext>
            </a:extLst>
          </p:cNvPr>
          <p:cNvSpPr>
            <a:spLocks noGrp="1"/>
          </p:cNvSpPr>
          <p:nvPr>
            <p:ph idx="1"/>
          </p:nvPr>
        </p:nvSpPr>
        <p:spPr/>
        <p:txBody>
          <a:bodyPr/>
          <a:lstStyle/>
          <a:p>
            <a:r>
              <a:rPr lang="en-IN" dirty="0"/>
              <a:t>Python Program to Read a String from the User and Append it into a File</a:t>
            </a:r>
          </a:p>
        </p:txBody>
      </p:sp>
    </p:spTree>
    <p:extLst>
      <p:ext uri="{BB962C8B-B14F-4D97-AF65-F5344CB8AC3E}">
        <p14:creationId xmlns:p14="http://schemas.microsoft.com/office/powerpoint/2010/main" val="1717001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DDFA8-FA5E-44BC-959F-6B90EBBB2AEE}"/>
              </a:ext>
            </a:extLst>
          </p:cNvPr>
          <p:cNvSpPr>
            <a:spLocks noGrp="1"/>
          </p:cNvSpPr>
          <p:nvPr>
            <p:ph type="title"/>
          </p:nvPr>
        </p:nvSpPr>
        <p:spPr/>
        <p:txBody>
          <a:bodyPr/>
          <a:lstStyle/>
          <a:p>
            <a:r>
              <a:rPr lang="en-IN" dirty="0"/>
              <a:t>Manipulating directories</a:t>
            </a:r>
          </a:p>
        </p:txBody>
      </p:sp>
      <p:sp>
        <p:nvSpPr>
          <p:cNvPr id="3" name="Content Placeholder 2">
            <a:extLst>
              <a:ext uri="{FF2B5EF4-FFF2-40B4-BE49-F238E27FC236}">
                <a16:creationId xmlns:a16="http://schemas.microsoft.com/office/drawing/2014/main" id="{0ACFF222-B48C-4303-9769-4FAE28D1217F}"/>
              </a:ext>
            </a:extLst>
          </p:cNvPr>
          <p:cNvSpPr>
            <a:spLocks noGrp="1"/>
          </p:cNvSpPr>
          <p:nvPr>
            <p:ph idx="1"/>
          </p:nvPr>
        </p:nvSpPr>
        <p:spPr>
          <a:xfrm>
            <a:off x="1451579" y="1853754"/>
            <a:ext cx="10541638" cy="4295255"/>
          </a:xfrm>
        </p:spPr>
        <p:txBody>
          <a:bodyPr>
            <a:normAutofit/>
          </a:bodyPr>
          <a:lstStyle/>
          <a:p>
            <a:r>
              <a:rPr lang="en-IN" sz="2000" dirty="0"/>
              <a:t>The </a:t>
            </a:r>
            <a:r>
              <a:rPr lang="en-IN" sz="2000" i="1" dirty="0" err="1"/>
              <a:t>mkdir</a:t>
            </a:r>
            <a:r>
              <a:rPr lang="en-IN" sz="2000" i="1" dirty="0"/>
              <a:t>()</a:t>
            </a:r>
            <a:r>
              <a:rPr lang="en-IN" sz="2000" dirty="0"/>
              <a:t> Method</a:t>
            </a:r>
          </a:p>
          <a:p>
            <a:pPr marL="0" indent="0">
              <a:buNone/>
            </a:pPr>
            <a:r>
              <a:rPr lang="en-IN" sz="2000" dirty="0"/>
              <a:t>You can use the </a:t>
            </a:r>
            <a:r>
              <a:rPr lang="en-IN" sz="2000" i="1" dirty="0" err="1"/>
              <a:t>mkdir</a:t>
            </a:r>
            <a:r>
              <a:rPr lang="en-IN" sz="2000" i="1" dirty="0"/>
              <a:t>()</a:t>
            </a:r>
            <a:r>
              <a:rPr lang="en-IN" sz="2000" dirty="0"/>
              <a:t> method of the </a:t>
            </a:r>
            <a:r>
              <a:rPr lang="en-IN" sz="2000" b="1" dirty="0" err="1"/>
              <a:t>os</a:t>
            </a:r>
            <a:r>
              <a:rPr lang="en-IN" sz="2000" dirty="0"/>
              <a:t> module to create directories in the current directory. </a:t>
            </a:r>
          </a:p>
          <a:p>
            <a:r>
              <a:rPr lang="en-IN" sz="2000" dirty="0"/>
              <a:t>Syntax:-     </a:t>
            </a:r>
            <a:r>
              <a:rPr lang="en-IN" sz="2000" dirty="0" err="1"/>
              <a:t>os.mkdir</a:t>
            </a:r>
            <a:r>
              <a:rPr lang="en-IN" sz="2000" dirty="0"/>
              <a:t>("</a:t>
            </a:r>
            <a:r>
              <a:rPr lang="en-IN" sz="2000" dirty="0" err="1"/>
              <a:t>newdir</a:t>
            </a:r>
            <a:r>
              <a:rPr lang="en-IN" sz="2000" dirty="0"/>
              <a:t>")</a:t>
            </a:r>
          </a:p>
          <a:p>
            <a:r>
              <a:rPr lang="en-IN" sz="2000" dirty="0"/>
              <a:t>Example</a:t>
            </a:r>
          </a:p>
          <a:p>
            <a:pPr marL="0" indent="0">
              <a:buNone/>
            </a:pPr>
            <a:r>
              <a:rPr lang="en-IN" sz="2000" dirty="0"/>
              <a:t>import </a:t>
            </a:r>
            <a:r>
              <a:rPr lang="en-IN" sz="2000" dirty="0" err="1"/>
              <a:t>os</a:t>
            </a:r>
            <a:endParaRPr lang="en-IN" sz="2000" dirty="0"/>
          </a:p>
          <a:p>
            <a:pPr marL="0" indent="0">
              <a:buNone/>
            </a:pPr>
            <a:r>
              <a:rPr lang="en-IN" sz="2000" dirty="0"/>
              <a:t># Create a directory "test"</a:t>
            </a:r>
          </a:p>
          <a:p>
            <a:pPr marL="0" indent="0">
              <a:buNone/>
            </a:pPr>
            <a:r>
              <a:rPr lang="en-IN" sz="2000" dirty="0" err="1"/>
              <a:t>os.mkdir</a:t>
            </a:r>
            <a:r>
              <a:rPr lang="en-IN" sz="2000" dirty="0"/>
              <a:t>("test")</a:t>
            </a:r>
          </a:p>
          <a:p>
            <a:r>
              <a:rPr lang="en-IN" b="0" i="0" dirty="0">
                <a:effectLst/>
                <a:latin typeface="euclid_circular_a"/>
              </a:rPr>
              <a:t>This method takes in the path of the new directory. If the full path is not specified, the new directory is created in the current working directory.</a:t>
            </a:r>
            <a:endParaRPr lang="en-IN" dirty="0"/>
          </a:p>
        </p:txBody>
      </p:sp>
      <p:sp>
        <p:nvSpPr>
          <p:cNvPr id="6" name="Rectangle 3">
            <a:extLst>
              <a:ext uri="{FF2B5EF4-FFF2-40B4-BE49-F238E27FC236}">
                <a16:creationId xmlns:a16="http://schemas.microsoft.com/office/drawing/2014/main" id="{8E800FC0-4E2C-442A-9217-04AE2B230E7D}"/>
              </a:ext>
            </a:extLst>
          </p:cNvPr>
          <p:cNvSpPr>
            <a:spLocks noChangeArrowheads="1"/>
          </p:cNvSpPr>
          <p:nvPr/>
        </p:nvSpPr>
        <p:spPr bwMode="auto">
          <a:xfrm>
            <a:off x="1349107" y="6186003"/>
            <a:ext cx="6390163"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22222"/>
                </a:solidFill>
                <a:effectLst/>
                <a:latin typeface="Source Sans Pro" panose="020B0503030403020204" pitchFamily="34" charset="0"/>
              </a:rPr>
              <a:t>If a directory already exists, </a:t>
            </a:r>
            <a:r>
              <a:rPr kumimoji="0" lang="en-US" altLang="en-US" sz="1400" b="0" i="0" u="none" strike="noStrike" cap="none" normalizeH="0" baseline="0" dirty="0" err="1">
                <a:ln>
                  <a:noFill/>
                </a:ln>
                <a:solidFill>
                  <a:srgbClr val="222222"/>
                </a:solidFill>
                <a:effectLst/>
                <a:latin typeface="SFMono-Regular"/>
              </a:rPr>
              <a:t>os.mkdir</a:t>
            </a:r>
            <a:r>
              <a:rPr kumimoji="0" lang="en-US" altLang="en-US" sz="1400" b="0" i="0" u="none" strike="noStrike" cap="none" normalizeH="0" baseline="0" dirty="0">
                <a:ln>
                  <a:noFill/>
                </a:ln>
                <a:solidFill>
                  <a:srgbClr val="222222"/>
                </a:solidFill>
                <a:effectLst/>
                <a:latin typeface="SFMono-Regular"/>
              </a:rPr>
              <a:t>()</a:t>
            </a:r>
            <a:r>
              <a:rPr kumimoji="0" lang="en-US" altLang="en-US" sz="2000" b="0" i="0" u="none" strike="noStrike" cap="none" normalizeH="0" baseline="0" dirty="0">
                <a:ln>
                  <a:noFill/>
                </a:ln>
                <a:solidFill>
                  <a:srgbClr val="222222"/>
                </a:solidFill>
                <a:effectLst/>
                <a:latin typeface="Source Sans Pro" panose="020B0503030403020204" pitchFamily="34" charset="0"/>
              </a:rPr>
              <a:t> raises </a:t>
            </a:r>
            <a:r>
              <a:rPr kumimoji="0" lang="en-US" altLang="en-US" sz="1600" b="0" i="0" u="none" strike="noStrike" cap="none" normalizeH="0" baseline="0" dirty="0" err="1">
                <a:ln>
                  <a:noFill/>
                </a:ln>
                <a:solidFill>
                  <a:srgbClr val="222222"/>
                </a:solidFill>
                <a:effectLst/>
                <a:latin typeface="SFMono-Regular"/>
              </a:rPr>
              <a:t>FileExistsError</a:t>
            </a:r>
            <a:r>
              <a:rPr kumimoji="0" lang="en-US" altLang="en-US" sz="2000" b="0" i="0" u="none" strike="noStrike" cap="none" normalizeH="0" baseline="0" dirty="0">
                <a:ln>
                  <a:noFill/>
                </a:ln>
                <a:solidFill>
                  <a:srgbClr val="222222"/>
                </a:solidFill>
                <a:effectLst/>
                <a:latin typeface="Source Sans Pro" panose="020B0503030403020204" pitchFamily="34" charset="0"/>
              </a:rPr>
              <a:t>.</a:t>
            </a:r>
            <a:r>
              <a:rPr kumimoji="0" lang="en-US" altLang="en-US"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3638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BEE54-EFA9-4C94-9CE1-ED2ED6AC872D}"/>
              </a:ext>
            </a:extLst>
          </p:cNvPr>
          <p:cNvSpPr>
            <a:spLocks noGrp="1"/>
          </p:cNvSpPr>
          <p:nvPr>
            <p:ph type="title"/>
          </p:nvPr>
        </p:nvSpPr>
        <p:spPr/>
        <p:txBody>
          <a:bodyPr/>
          <a:lstStyle/>
          <a:p>
            <a:r>
              <a:rPr lang="en-IN" b="1" i="0" dirty="0">
                <a:solidFill>
                  <a:srgbClr val="40424E"/>
                </a:solidFill>
                <a:effectLst/>
                <a:latin typeface="urw-din"/>
              </a:rPr>
              <a:t>Getting Current Working Directory (CWD)</a:t>
            </a:r>
            <a:endParaRPr lang="en-IN" dirty="0"/>
          </a:p>
        </p:txBody>
      </p:sp>
      <p:sp>
        <p:nvSpPr>
          <p:cNvPr id="3" name="Content Placeholder 2">
            <a:extLst>
              <a:ext uri="{FF2B5EF4-FFF2-40B4-BE49-F238E27FC236}">
                <a16:creationId xmlns:a16="http://schemas.microsoft.com/office/drawing/2014/main" id="{9F33B605-972C-49CB-BE7E-81C6680DC775}"/>
              </a:ext>
            </a:extLst>
          </p:cNvPr>
          <p:cNvSpPr>
            <a:spLocks noGrp="1"/>
          </p:cNvSpPr>
          <p:nvPr>
            <p:ph idx="1"/>
          </p:nvPr>
        </p:nvSpPr>
        <p:spPr/>
        <p:txBody>
          <a:bodyPr/>
          <a:lstStyle/>
          <a:p>
            <a:pPr algn="l" fontAlgn="base">
              <a:buFont typeface="Arial" panose="020B0604020202020204" pitchFamily="34" charset="0"/>
              <a:buChar char="•"/>
            </a:pPr>
            <a:r>
              <a:rPr lang="en-IN" b="1" i="0" dirty="0" err="1">
                <a:solidFill>
                  <a:srgbClr val="40424E"/>
                </a:solidFill>
                <a:effectLst/>
                <a:latin typeface="urw-din"/>
              </a:rPr>
              <a:t>os.getcwd</a:t>
            </a:r>
            <a:r>
              <a:rPr lang="en-IN" b="1" i="0" dirty="0">
                <a:solidFill>
                  <a:srgbClr val="40424E"/>
                </a:solidFill>
                <a:effectLst/>
                <a:latin typeface="urw-din"/>
              </a:rPr>
              <a:t>() </a:t>
            </a:r>
            <a:r>
              <a:rPr lang="en-IN" b="0" i="0" dirty="0">
                <a:solidFill>
                  <a:srgbClr val="40424E"/>
                </a:solidFill>
                <a:effectLst/>
                <a:latin typeface="urw-din"/>
              </a:rPr>
              <a:t>can be used.</a:t>
            </a:r>
          </a:p>
          <a:p>
            <a:pPr algn="l" fontAlgn="base">
              <a:buFont typeface="Arial" panose="020B0604020202020204" pitchFamily="34" charset="0"/>
              <a:buChar char="•"/>
            </a:pPr>
            <a:r>
              <a:rPr lang="en-IN" b="0" i="0" dirty="0">
                <a:solidFill>
                  <a:srgbClr val="40424E"/>
                </a:solidFill>
                <a:effectLst/>
                <a:latin typeface="urw-din"/>
              </a:rPr>
              <a:t>It returns a string that represents the path of the current working directory.</a:t>
            </a:r>
          </a:p>
          <a:p>
            <a:r>
              <a:rPr lang="en-IN" dirty="0"/>
              <a:t>Example:</a:t>
            </a:r>
          </a:p>
          <a:p>
            <a:pPr marL="0" indent="0">
              <a:buNone/>
            </a:pPr>
            <a:r>
              <a:rPr lang="en-IN" dirty="0"/>
              <a:t>import </a:t>
            </a:r>
            <a:r>
              <a:rPr lang="en-IN" dirty="0" err="1"/>
              <a:t>os</a:t>
            </a:r>
            <a:r>
              <a:rPr lang="en-IN" dirty="0"/>
              <a:t> </a:t>
            </a:r>
          </a:p>
          <a:p>
            <a:pPr marL="0" indent="0">
              <a:buNone/>
            </a:pPr>
            <a:r>
              <a:rPr lang="en-IN" dirty="0"/>
              <a:t>print("String format :", </a:t>
            </a:r>
            <a:r>
              <a:rPr lang="en-IN" dirty="0" err="1"/>
              <a:t>os.getcwd</a:t>
            </a:r>
            <a:r>
              <a:rPr lang="en-IN" dirty="0"/>
              <a:t>())</a:t>
            </a:r>
          </a:p>
        </p:txBody>
      </p:sp>
    </p:spTree>
    <p:extLst>
      <p:ext uri="{BB962C8B-B14F-4D97-AF65-F5344CB8AC3E}">
        <p14:creationId xmlns:p14="http://schemas.microsoft.com/office/powerpoint/2010/main" val="508549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22B2D-CEF9-49E1-8CD3-535CDAEEEAA2}"/>
              </a:ext>
            </a:extLst>
          </p:cNvPr>
          <p:cNvSpPr>
            <a:spLocks noGrp="1"/>
          </p:cNvSpPr>
          <p:nvPr>
            <p:ph type="title"/>
          </p:nvPr>
        </p:nvSpPr>
        <p:spPr/>
        <p:txBody>
          <a:bodyPr/>
          <a:lstStyle/>
          <a:p>
            <a:r>
              <a:rPr lang="en-IN" b="1" i="0" dirty="0">
                <a:solidFill>
                  <a:srgbClr val="40424E"/>
                </a:solidFill>
                <a:effectLst/>
                <a:latin typeface="urw-din"/>
              </a:rPr>
              <a:t>Renaming a directory</a:t>
            </a:r>
            <a:endParaRPr lang="en-IN" dirty="0"/>
          </a:p>
        </p:txBody>
      </p:sp>
      <p:sp>
        <p:nvSpPr>
          <p:cNvPr id="3" name="Content Placeholder 2">
            <a:extLst>
              <a:ext uri="{FF2B5EF4-FFF2-40B4-BE49-F238E27FC236}">
                <a16:creationId xmlns:a16="http://schemas.microsoft.com/office/drawing/2014/main" id="{0DBA4D5B-AAA3-426F-8B4C-BD4304840EC9}"/>
              </a:ext>
            </a:extLst>
          </p:cNvPr>
          <p:cNvSpPr>
            <a:spLocks noGrp="1"/>
          </p:cNvSpPr>
          <p:nvPr>
            <p:ph idx="1"/>
          </p:nvPr>
        </p:nvSpPr>
        <p:spPr>
          <a:xfrm>
            <a:off x="1451579" y="2015732"/>
            <a:ext cx="9603275" cy="4037749"/>
          </a:xfrm>
        </p:spPr>
        <p:txBody>
          <a:bodyPr>
            <a:normAutofit lnSpcReduction="10000"/>
          </a:bodyPr>
          <a:lstStyle/>
          <a:p>
            <a:pPr algn="l" fontAlgn="base">
              <a:buFont typeface="Arial" panose="020B0604020202020204" pitchFamily="34" charset="0"/>
              <a:buChar char="•"/>
            </a:pPr>
            <a:r>
              <a:rPr lang="en-IN" b="1" i="0" dirty="0" err="1">
                <a:solidFill>
                  <a:srgbClr val="40424E"/>
                </a:solidFill>
                <a:effectLst/>
                <a:latin typeface="urw-din"/>
              </a:rPr>
              <a:t>os.renames</a:t>
            </a:r>
            <a:r>
              <a:rPr lang="en-IN" b="1" i="0" dirty="0">
                <a:solidFill>
                  <a:srgbClr val="40424E"/>
                </a:solidFill>
                <a:effectLst/>
                <a:latin typeface="urw-din"/>
              </a:rPr>
              <a:t>() </a:t>
            </a:r>
            <a:r>
              <a:rPr lang="en-IN" b="0" i="0" dirty="0">
                <a:solidFill>
                  <a:srgbClr val="40424E"/>
                </a:solidFill>
                <a:effectLst/>
                <a:latin typeface="urw-din"/>
              </a:rPr>
              <a:t>method is used to rename the directory.</a:t>
            </a:r>
          </a:p>
          <a:p>
            <a:pPr algn="l" fontAlgn="base">
              <a:buFont typeface="Arial" panose="020B0604020202020204" pitchFamily="34" charset="0"/>
              <a:buChar char="•"/>
            </a:pPr>
            <a:r>
              <a:rPr lang="en-IN" b="0" i="0" dirty="0">
                <a:solidFill>
                  <a:srgbClr val="40424E"/>
                </a:solidFill>
                <a:effectLst/>
                <a:latin typeface="urw-din"/>
              </a:rPr>
              <a:t>The parameters passed are </a:t>
            </a:r>
            <a:r>
              <a:rPr lang="en-IN" b="0" i="0" dirty="0" err="1">
                <a:solidFill>
                  <a:srgbClr val="40424E"/>
                </a:solidFill>
                <a:effectLst/>
                <a:latin typeface="urw-din"/>
              </a:rPr>
              <a:t>old_name</a:t>
            </a:r>
            <a:r>
              <a:rPr lang="en-IN" b="0" i="0" dirty="0">
                <a:solidFill>
                  <a:srgbClr val="40424E"/>
                </a:solidFill>
                <a:effectLst/>
                <a:latin typeface="urw-din"/>
              </a:rPr>
              <a:t> followed by </a:t>
            </a:r>
            <a:r>
              <a:rPr lang="en-IN" b="0" i="0" dirty="0" err="1">
                <a:solidFill>
                  <a:srgbClr val="40424E"/>
                </a:solidFill>
                <a:effectLst/>
                <a:latin typeface="urw-din"/>
              </a:rPr>
              <a:t>new_name</a:t>
            </a:r>
            <a:r>
              <a:rPr lang="en-IN" b="0" i="0" dirty="0">
                <a:solidFill>
                  <a:srgbClr val="40424E"/>
                </a:solidFill>
                <a:effectLst/>
                <a:latin typeface="urw-din"/>
              </a:rPr>
              <a:t>.</a:t>
            </a:r>
          </a:p>
          <a:p>
            <a:pPr algn="l" fontAlgn="base">
              <a:buFont typeface="Arial" panose="020B0604020202020204" pitchFamily="34" charset="0"/>
              <a:buChar char="•"/>
            </a:pPr>
            <a:r>
              <a:rPr lang="en-IN" b="0" i="0" dirty="0">
                <a:solidFill>
                  <a:srgbClr val="40424E"/>
                </a:solidFill>
                <a:effectLst/>
                <a:latin typeface="urw-din"/>
              </a:rPr>
              <a:t>If a directory already exists with the </a:t>
            </a:r>
            <a:r>
              <a:rPr lang="en-IN" b="0" i="0" dirty="0" err="1">
                <a:solidFill>
                  <a:srgbClr val="40424E"/>
                </a:solidFill>
                <a:effectLst/>
                <a:latin typeface="urw-din"/>
              </a:rPr>
              <a:t>new_name</a:t>
            </a:r>
            <a:r>
              <a:rPr lang="en-IN" b="0" i="0" dirty="0">
                <a:solidFill>
                  <a:srgbClr val="40424E"/>
                </a:solidFill>
                <a:effectLst/>
                <a:latin typeface="urw-din"/>
              </a:rPr>
              <a:t> passed, </a:t>
            </a:r>
            <a:r>
              <a:rPr lang="en-IN" b="0" i="0" dirty="0" err="1">
                <a:solidFill>
                  <a:srgbClr val="40424E"/>
                </a:solidFill>
                <a:effectLst/>
                <a:latin typeface="urw-din"/>
              </a:rPr>
              <a:t>OSError</a:t>
            </a:r>
            <a:r>
              <a:rPr lang="en-IN" b="0" i="0" dirty="0">
                <a:solidFill>
                  <a:srgbClr val="40424E"/>
                </a:solidFill>
                <a:effectLst/>
                <a:latin typeface="urw-din"/>
              </a:rPr>
              <a:t> will be raised.</a:t>
            </a:r>
          </a:p>
          <a:p>
            <a:r>
              <a:rPr lang="en-IN" b="1" i="0" dirty="0" err="1">
                <a:solidFill>
                  <a:srgbClr val="40424E"/>
                </a:solidFill>
                <a:effectLst/>
                <a:latin typeface="urw-din"/>
              </a:rPr>
              <a:t>os.renames</a:t>
            </a:r>
            <a:r>
              <a:rPr lang="en-IN" b="1" i="0" dirty="0">
                <a:solidFill>
                  <a:srgbClr val="40424E"/>
                </a:solidFill>
                <a:effectLst/>
                <a:latin typeface="urw-din"/>
              </a:rPr>
              <a:t>(‘old_name’,’</a:t>
            </a:r>
            <a:r>
              <a:rPr lang="en-IN" b="1" i="0" dirty="0" err="1">
                <a:solidFill>
                  <a:srgbClr val="40424E"/>
                </a:solidFill>
                <a:effectLst/>
                <a:latin typeface="urw-din"/>
              </a:rPr>
              <a:t>dest_dir</a:t>
            </a:r>
            <a:r>
              <a:rPr lang="en-IN" b="1" i="0" dirty="0">
                <a:solidFill>
                  <a:srgbClr val="40424E"/>
                </a:solidFill>
                <a:effectLst/>
                <a:latin typeface="urw-din"/>
              </a:rPr>
              <a:t>:/</a:t>
            </a:r>
            <a:r>
              <a:rPr lang="en-IN" b="1" i="0" dirty="0" err="1">
                <a:solidFill>
                  <a:srgbClr val="40424E"/>
                </a:solidFill>
                <a:effectLst/>
                <a:latin typeface="urw-din"/>
              </a:rPr>
              <a:t>new_name</a:t>
            </a:r>
            <a:r>
              <a:rPr lang="en-IN" b="1" i="0" dirty="0">
                <a:solidFill>
                  <a:srgbClr val="40424E"/>
                </a:solidFill>
                <a:effectLst/>
                <a:latin typeface="urw-din"/>
              </a:rPr>
              <a:t>’)</a:t>
            </a:r>
            <a:r>
              <a:rPr lang="en-IN" b="0" i="0" dirty="0">
                <a:solidFill>
                  <a:srgbClr val="40424E"/>
                </a:solidFill>
                <a:effectLst/>
                <a:latin typeface="urw-din"/>
              </a:rPr>
              <a:t> method works similar to </a:t>
            </a:r>
            <a:r>
              <a:rPr lang="en-IN" b="1" i="0" dirty="0" err="1">
                <a:solidFill>
                  <a:srgbClr val="40424E"/>
                </a:solidFill>
                <a:effectLst/>
                <a:latin typeface="urw-din"/>
              </a:rPr>
              <a:t>os.renames</a:t>
            </a:r>
            <a:r>
              <a:rPr lang="en-IN" b="1" i="0" dirty="0">
                <a:solidFill>
                  <a:srgbClr val="40424E"/>
                </a:solidFill>
                <a:effectLst/>
                <a:latin typeface="urw-din"/>
              </a:rPr>
              <a:t>()</a:t>
            </a:r>
            <a:r>
              <a:rPr lang="en-IN" b="0" i="0" dirty="0">
                <a:solidFill>
                  <a:srgbClr val="40424E"/>
                </a:solidFill>
                <a:effectLst/>
                <a:latin typeface="urw-din"/>
              </a:rPr>
              <a:t> but it moves the renamed file to the specified destination directory(</a:t>
            </a:r>
            <a:r>
              <a:rPr lang="en-IN" b="0" i="0" dirty="0" err="1">
                <a:solidFill>
                  <a:srgbClr val="40424E"/>
                </a:solidFill>
                <a:effectLst/>
                <a:latin typeface="urw-din"/>
              </a:rPr>
              <a:t>dest_dir</a:t>
            </a:r>
            <a:r>
              <a:rPr lang="en-IN" b="0" i="0" dirty="0">
                <a:solidFill>
                  <a:srgbClr val="40424E"/>
                </a:solidFill>
                <a:effectLst/>
                <a:latin typeface="urw-din"/>
              </a:rPr>
              <a:t>).</a:t>
            </a:r>
          </a:p>
          <a:p>
            <a:r>
              <a:rPr lang="en-IN" b="0" i="0" dirty="0">
                <a:solidFill>
                  <a:srgbClr val="40424E"/>
                </a:solidFill>
                <a:effectLst/>
                <a:latin typeface="urw-din"/>
              </a:rPr>
              <a:t>Example:</a:t>
            </a:r>
          </a:p>
          <a:p>
            <a:r>
              <a:rPr lang="pt-BR" dirty="0"/>
              <a:t>import os </a:t>
            </a:r>
          </a:p>
          <a:p>
            <a:r>
              <a:rPr lang="pt-BR" dirty="0"/>
              <a:t>os.renames('file1', 'D:/file1_renamed') </a:t>
            </a:r>
            <a:endParaRPr lang="en-IN" dirty="0"/>
          </a:p>
        </p:txBody>
      </p:sp>
    </p:spTree>
    <p:extLst>
      <p:ext uri="{BB962C8B-B14F-4D97-AF65-F5344CB8AC3E}">
        <p14:creationId xmlns:p14="http://schemas.microsoft.com/office/powerpoint/2010/main" val="17266804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93A17-44E4-46DC-86DE-20CCCBC0F4C0}"/>
              </a:ext>
            </a:extLst>
          </p:cNvPr>
          <p:cNvSpPr>
            <a:spLocks noGrp="1"/>
          </p:cNvSpPr>
          <p:nvPr>
            <p:ph type="title"/>
          </p:nvPr>
        </p:nvSpPr>
        <p:spPr/>
        <p:txBody>
          <a:bodyPr/>
          <a:lstStyle/>
          <a:p>
            <a:r>
              <a:rPr lang="en-IN" b="1" i="0" dirty="0">
                <a:solidFill>
                  <a:srgbClr val="40424E"/>
                </a:solidFill>
                <a:effectLst/>
                <a:latin typeface="urw-din"/>
              </a:rPr>
              <a:t>Changing Current Working Directory (CWD)</a:t>
            </a:r>
            <a:endParaRPr lang="en-IN" dirty="0"/>
          </a:p>
        </p:txBody>
      </p:sp>
      <p:sp>
        <p:nvSpPr>
          <p:cNvPr id="3" name="Content Placeholder 2">
            <a:extLst>
              <a:ext uri="{FF2B5EF4-FFF2-40B4-BE49-F238E27FC236}">
                <a16:creationId xmlns:a16="http://schemas.microsoft.com/office/drawing/2014/main" id="{2ED687C0-A06A-4506-8074-0F30FDC08DC2}"/>
              </a:ext>
            </a:extLst>
          </p:cNvPr>
          <p:cNvSpPr>
            <a:spLocks noGrp="1"/>
          </p:cNvSpPr>
          <p:nvPr>
            <p:ph idx="1"/>
          </p:nvPr>
        </p:nvSpPr>
        <p:spPr/>
        <p:txBody>
          <a:bodyPr>
            <a:normAutofit fontScale="92500" lnSpcReduction="10000"/>
          </a:bodyPr>
          <a:lstStyle/>
          <a:p>
            <a:pPr algn="l" fontAlgn="base">
              <a:buFont typeface="Arial" panose="020B0604020202020204" pitchFamily="34" charset="0"/>
              <a:buChar char="•"/>
            </a:pPr>
            <a:r>
              <a:rPr lang="en-IN" b="0" i="0" dirty="0">
                <a:solidFill>
                  <a:srgbClr val="40424E"/>
                </a:solidFill>
                <a:effectLst/>
                <a:latin typeface="urw-din"/>
              </a:rPr>
              <a:t>Every process in the computer system will have a directory associated with it, which is known as Current Working Directory(CWD).</a:t>
            </a:r>
          </a:p>
          <a:p>
            <a:pPr algn="l" fontAlgn="base">
              <a:buFont typeface="Arial" panose="020B0604020202020204" pitchFamily="34" charset="0"/>
              <a:buChar char="•"/>
            </a:pPr>
            <a:r>
              <a:rPr lang="en-IN" b="1" i="0" dirty="0" err="1">
                <a:solidFill>
                  <a:srgbClr val="40424E"/>
                </a:solidFill>
                <a:effectLst/>
                <a:latin typeface="urw-din"/>
              </a:rPr>
              <a:t>os.chdir</a:t>
            </a:r>
            <a:r>
              <a:rPr lang="en-IN" b="1" i="0" dirty="0">
                <a:solidFill>
                  <a:srgbClr val="40424E"/>
                </a:solidFill>
                <a:effectLst/>
                <a:latin typeface="urw-din"/>
              </a:rPr>
              <a:t>()</a:t>
            </a:r>
            <a:r>
              <a:rPr lang="en-IN" b="0" i="0" dirty="0">
                <a:solidFill>
                  <a:srgbClr val="40424E"/>
                </a:solidFill>
                <a:effectLst/>
                <a:latin typeface="urw-din"/>
              </a:rPr>
              <a:t> method is used to change it.</a:t>
            </a:r>
          </a:p>
          <a:p>
            <a:pPr algn="l" fontAlgn="base">
              <a:buFont typeface="Arial" panose="020B0604020202020204" pitchFamily="34" charset="0"/>
              <a:buChar char="•"/>
            </a:pPr>
            <a:r>
              <a:rPr lang="en-IN" b="0" i="0" dirty="0">
                <a:solidFill>
                  <a:srgbClr val="40424E"/>
                </a:solidFill>
                <a:effectLst/>
                <a:latin typeface="urw-din"/>
              </a:rPr>
              <a:t>The parameter passed is the path/name of the desired directory to which one wish to shift.</a:t>
            </a:r>
          </a:p>
          <a:p>
            <a:r>
              <a:rPr lang="en-IN" sz="2000" dirty="0"/>
              <a:t>Example</a:t>
            </a:r>
          </a:p>
          <a:p>
            <a:pPr marL="0" indent="0">
              <a:buNone/>
            </a:pPr>
            <a:r>
              <a:rPr lang="en-IN" sz="2000" dirty="0"/>
              <a:t>import </a:t>
            </a:r>
            <a:r>
              <a:rPr lang="en-IN" sz="2000" dirty="0" err="1"/>
              <a:t>os</a:t>
            </a:r>
            <a:endParaRPr lang="en-IN" sz="2000" dirty="0"/>
          </a:p>
          <a:p>
            <a:pPr marL="0" indent="0">
              <a:buNone/>
            </a:pPr>
            <a:r>
              <a:rPr lang="en-IN" sz="2000" dirty="0"/>
              <a:t># Changing a directory to "/home/</a:t>
            </a:r>
            <a:r>
              <a:rPr lang="en-IN" sz="2000" dirty="0" err="1"/>
              <a:t>newdir</a:t>
            </a:r>
            <a:r>
              <a:rPr lang="en-IN" sz="2000" dirty="0"/>
              <a:t>"</a:t>
            </a:r>
          </a:p>
          <a:p>
            <a:pPr marL="0" indent="0">
              <a:buNone/>
            </a:pPr>
            <a:r>
              <a:rPr lang="en-IN" sz="2000" dirty="0" err="1"/>
              <a:t>os.chdir</a:t>
            </a:r>
            <a:r>
              <a:rPr lang="en-IN" sz="2000" dirty="0"/>
              <a:t>("/home/</a:t>
            </a:r>
            <a:r>
              <a:rPr lang="en-IN" sz="2000" dirty="0" err="1"/>
              <a:t>newdir</a:t>
            </a:r>
            <a:r>
              <a:rPr lang="en-IN" sz="2000" dirty="0"/>
              <a:t>")</a:t>
            </a:r>
          </a:p>
        </p:txBody>
      </p:sp>
    </p:spTree>
    <p:extLst>
      <p:ext uri="{BB962C8B-B14F-4D97-AF65-F5344CB8AC3E}">
        <p14:creationId xmlns:p14="http://schemas.microsoft.com/office/powerpoint/2010/main" val="3230017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CFCD-940A-4A48-9B5F-CA3DFE0C48C7}"/>
              </a:ext>
            </a:extLst>
          </p:cNvPr>
          <p:cNvSpPr>
            <a:spLocks noGrp="1"/>
          </p:cNvSpPr>
          <p:nvPr>
            <p:ph type="title"/>
          </p:nvPr>
        </p:nvSpPr>
        <p:spPr/>
        <p:txBody>
          <a:bodyPr/>
          <a:lstStyle/>
          <a:p>
            <a:r>
              <a:rPr lang="en-IN" b="1" i="0" dirty="0">
                <a:solidFill>
                  <a:srgbClr val="40424E"/>
                </a:solidFill>
                <a:effectLst/>
                <a:latin typeface="urw-din"/>
              </a:rPr>
              <a:t>Removing a directory</a:t>
            </a:r>
            <a:endParaRPr lang="en-IN" dirty="0"/>
          </a:p>
        </p:txBody>
      </p:sp>
      <p:sp>
        <p:nvSpPr>
          <p:cNvPr id="3" name="Content Placeholder 2">
            <a:extLst>
              <a:ext uri="{FF2B5EF4-FFF2-40B4-BE49-F238E27FC236}">
                <a16:creationId xmlns:a16="http://schemas.microsoft.com/office/drawing/2014/main" id="{A13B4B79-B71A-4706-90AD-697CB325ED53}"/>
              </a:ext>
            </a:extLst>
          </p:cNvPr>
          <p:cNvSpPr>
            <a:spLocks noGrp="1"/>
          </p:cNvSpPr>
          <p:nvPr>
            <p:ph idx="1"/>
          </p:nvPr>
        </p:nvSpPr>
        <p:spPr>
          <a:xfrm>
            <a:off x="299441" y="1215631"/>
            <a:ext cx="11708783" cy="4037749"/>
          </a:xfrm>
        </p:spPr>
        <p:txBody>
          <a:bodyPr>
            <a:normAutofit fontScale="25000" lnSpcReduction="20000"/>
          </a:bodyPr>
          <a:lstStyle/>
          <a:p>
            <a:r>
              <a:rPr lang="en-IN" sz="7200" dirty="0">
                <a:latin typeface="Arial" panose="020B0604020202020204" pitchFamily="34" charset="0"/>
                <a:cs typeface="Arial" panose="020B0604020202020204" pitchFamily="34" charset="0"/>
              </a:rPr>
              <a:t>The </a:t>
            </a:r>
            <a:r>
              <a:rPr lang="en-IN" sz="7200" i="1" dirty="0" err="1">
                <a:latin typeface="Arial" panose="020B0604020202020204" pitchFamily="34" charset="0"/>
                <a:cs typeface="Arial" panose="020B0604020202020204" pitchFamily="34" charset="0"/>
              </a:rPr>
              <a:t>rmdir</a:t>
            </a:r>
            <a:r>
              <a:rPr lang="en-IN" sz="7200" i="1" dirty="0">
                <a:latin typeface="Arial" panose="020B0604020202020204" pitchFamily="34" charset="0"/>
                <a:cs typeface="Arial" panose="020B0604020202020204" pitchFamily="34" charset="0"/>
              </a:rPr>
              <a:t>()</a:t>
            </a:r>
            <a:r>
              <a:rPr lang="en-IN" sz="7200" dirty="0">
                <a:latin typeface="Arial" panose="020B0604020202020204" pitchFamily="34" charset="0"/>
                <a:cs typeface="Arial" panose="020B0604020202020204" pitchFamily="34" charset="0"/>
              </a:rPr>
              <a:t> method deletes the directory, which is passed as an argument in the method.</a:t>
            </a:r>
          </a:p>
          <a:p>
            <a:r>
              <a:rPr lang="en-IN" sz="7200" dirty="0">
                <a:latin typeface="Arial" panose="020B0604020202020204" pitchFamily="34" charset="0"/>
                <a:cs typeface="Arial" panose="020B0604020202020204" pitchFamily="34" charset="0"/>
              </a:rPr>
              <a:t>Before removing a directory, all the contents in it should be removed.</a:t>
            </a:r>
          </a:p>
          <a:p>
            <a:r>
              <a:rPr lang="en-IN" sz="7200" dirty="0">
                <a:latin typeface="Arial" panose="020B0604020202020204" pitchFamily="34" charset="0"/>
                <a:cs typeface="Arial" panose="020B0604020202020204" pitchFamily="34" charset="0"/>
              </a:rPr>
              <a:t>It is required to give fully qualified name of the directory, otherwise it would search for that directory in the current directory.</a:t>
            </a:r>
          </a:p>
          <a:p>
            <a:r>
              <a:rPr lang="en-IN" sz="7200" dirty="0">
                <a:latin typeface="Arial" panose="020B0604020202020204" pitchFamily="34" charset="0"/>
                <a:cs typeface="Arial" panose="020B0604020202020204" pitchFamily="34" charset="0"/>
              </a:rPr>
              <a:t>Syntax:</a:t>
            </a:r>
          </a:p>
          <a:p>
            <a:pPr marL="0" indent="0">
              <a:buNone/>
            </a:pPr>
            <a:r>
              <a:rPr lang="en-IN" sz="7200" dirty="0" err="1">
                <a:latin typeface="Arial" panose="020B0604020202020204" pitchFamily="34" charset="0"/>
                <a:cs typeface="Arial" panose="020B0604020202020204" pitchFamily="34" charset="0"/>
              </a:rPr>
              <a:t>os.rmdir</a:t>
            </a:r>
            <a:r>
              <a:rPr lang="en-IN" sz="7200" dirty="0">
                <a:latin typeface="Arial" panose="020B0604020202020204" pitchFamily="34" charset="0"/>
                <a:cs typeface="Arial" panose="020B0604020202020204" pitchFamily="34" charset="0"/>
              </a:rPr>
              <a:t>('</a:t>
            </a:r>
            <a:r>
              <a:rPr lang="en-IN" sz="7200" dirty="0" err="1">
                <a:latin typeface="Arial" panose="020B0604020202020204" pitchFamily="34" charset="0"/>
                <a:cs typeface="Arial" panose="020B0604020202020204" pitchFamily="34" charset="0"/>
              </a:rPr>
              <a:t>dirname</a:t>
            </a:r>
            <a:r>
              <a:rPr lang="en-IN" sz="7200" dirty="0">
                <a:latin typeface="Arial" panose="020B0604020202020204" pitchFamily="34" charset="0"/>
                <a:cs typeface="Arial" panose="020B0604020202020204" pitchFamily="34" charset="0"/>
              </a:rPr>
              <a:t>')</a:t>
            </a:r>
          </a:p>
          <a:p>
            <a:r>
              <a:rPr lang="en-IN" sz="7200" dirty="0">
                <a:latin typeface="Arial" panose="020B0604020202020204" pitchFamily="34" charset="0"/>
                <a:cs typeface="Arial" panose="020B0604020202020204" pitchFamily="34" charset="0"/>
              </a:rPr>
              <a:t>Example</a:t>
            </a:r>
          </a:p>
          <a:p>
            <a:pPr marL="0" indent="0">
              <a:buNone/>
            </a:pPr>
            <a:r>
              <a:rPr lang="en-US" sz="7200" dirty="0">
                <a:latin typeface="Arial" panose="020B0604020202020204" pitchFamily="34" charset="0"/>
                <a:cs typeface="Arial" panose="020B0604020202020204" pitchFamily="34" charset="0"/>
              </a:rPr>
              <a:t>import </a:t>
            </a:r>
            <a:r>
              <a:rPr lang="en-US" sz="7200" dirty="0" err="1">
                <a:latin typeface="Arial" panose="020B0604020202020204" pitchFamily="34" charset="0"/>
                <a:cs typeface="Arial" panose="020B0604020202020204" pitchFamily="34" charset="0"/>
              </a:rPr>
              <a:t>os</a:t>
            </a:r>
            <a:endParaRPr lang="en-US" sz="7200" dirty="0">
              <a:latin typeface="Arial" panose="020B0604020202020204" pitchFamily="34" charset="0"/>
              <a:cs typeface="Arial" panose="020B0604020202020204" pitchFamily="34" charset="0"/>
            </a:endParaRPr>
          </a:p>
          <a:p>
            <a:pPr marL="0" indent="0">
              <a:buNone/>
            </a:pPr>
            <a:r>
              <a:rPr lang="en-US" sz="7200" dirty="0" err="1">
                <a:latin typeface="Arial" panose="020B0604020202020204" pitchFamily="34" charset="0"/>
                <a:cs typeface="Arial" panose="020B0604020202020204" pitchFamily="34" charset="0"/>
              </a:rPr>
              <a:t>os.rmdir</a:t>
            </a:r>
            <a:r>
              <a:rPr lang="en-US" sz="7200" dirty="0">
                <a:latin typeface="Arial" panose="020B0604020202020204" pitchFamily="34" charset="0"/>
                <a:cs typeface="Arial" panose="020B0604020202020204" pitchFamily="34" charset="0"/>
              </a:rPr>
              <a:t>( "C:/Python34/test/test"  )</a:t>
            </a:r>
          </a:p>
          <a:p>
            <a:pPr marL="0" indent="0">
              <a:buNone/>
            </a:pPr>
            <a:r>
              <a:rPr lang="en-US" sz="7200" b="1" dirty="0">
                <a:latin typeface="Arial" panose="020B0604020202020204" pitchFamily="34" charset="0"/>
                <a:cs typeface="Arial" panose="020B0604020202020204" pitchFamily="34" charset="0"/>
              </a:rPr>
              <a:t>OR</a:t>
            </a:r>
          </a:p>
          <a:p>
            <a:pPr marL="0" indent="0">
              <a:buNone/>
            </a:pPr>
            <a:r>
              <a:rPr lang="en-US" sz="7200" dirty="0">
                <a:latin typeface="Arial" panose="020B0604020202020204" pitchFamily="34" charset="0"/>
                <a:cs typeface="Arial" panose="020B0604020202020204" pitchFamily="34" charset="0"/>
              </a:rPr>
              <a:t>Import </a:t>
            </a:r>
            <a:r>
              <a:rPr lang="en-US" sz="7200" dirty="0" err="1">
                <a:latin typeface="Arial" panose="020B0604020202020204" pitchFamily="34" charset="0"/>
                <a:cs typeface="Arial" panose="020B0604020202020204" pitchFamily="34" charset="0"/>
              </a:rPr>
              <a:t>shutil</a:t>
            </a:r>
            <a:endParaRPr lang="en-US" sz="7200" dirty="0">
              <a:latin typeface="Arial" panose="020B0604020202020204" pitchFamily="34" charset="0"/>
              <a:cs typeface="Arial" panose="020B0604020202020204" pitchFamily="34" charset="0"/>
            </a:endParaRPr>
          </a:p>
          <a:p>
            <a:r>
              <a:rPr lang="en-US" sz="7200" dirty="0" err="1">
                <a:latin typeface="Arial" panose="020B0604020202020204" pitchFamily="34" charset="0"/>
                <a:cs typeface="Arial" panose="020B0604020202020204" pitchFamily="34" charset="0"/>
              </a:rPr>
              <a:t>shutil.rmtree</a:t>
            </a:r>
            <a:r>
              <a:rPr lang="en-US" sz="7200" dirty="0">
                <a:latin typeface="Arial" panose="020B0604020202020204" pitchFamily="34" charset="0"/>
                <a:cs typeface="Arial" panose="020B0604020202020204" pitchFamily="34" charset="0"/>
              </a:rPr>
              <a:t>("C:/Users/Prathmesh/Desktop/VISHAKHA/VB PD/PP/test") – To delete folder containing different files.</a:t>
            </a:r>
          </a:p>
          <a:p>
            <a:pPr marL="0" indent="0">
              <a:buNone/>
            </a:pPr>
            <a:endParaRPr lang="en-US" sz="1600" dirty="0"/>
          </a:p>
          <a:p>
            <a:pPr marL="0" indent="0">
              <a:buNone/>
            </a:pPr>
            <a:endParaRPr lang="en-US" sz="1600" dirty="0"/>
          </a:p>
          <a:p>
            <a:pPr marL="0" indent="0">
              <a:buNone/>
            </a:pPr>
            <a:endParaRPr lang="en-US" sz="1600" dirty="0"/>
          </a:p>
          <a:p>
            <a:endParaRPr lang="en-IN" sz="1600" dirty="0"/>
          </a:p>
        </p:txBody>
      </p:sp>
    </p:spTree>
    <p:extLst>
      <p:ext uri="{BB962C8B-B14F-4D97-AF65-F5344CB8AC3E}">
        <p14:creationId xmlns:p14="http://schemas.microsoft.com/office/powerpoint/2010/main" val="600506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B330-8E0B-4209-8DA1-5DC38A4B44C6}"/>
              </a:ext>
            </a:extLst>
          </p:cNvPr>
          <p:cNvSpPr>
            <a:spLocks noGrp="1"/>
          </p:cNvSpPr>
          <p:nvPr>
            <p:ph type="title"/>
          </p:nvPr>
        </p:nvSpPr>
        <p:spPr/>
        <p:txBody>
          <a:bodyPr/>
          <a:lstStyle/>
          <a:p>
            <a:r>
              <a:rPr lang="en-IN" dirty="0" err="1"/>
              <a:t>Iterables</a:t>
            </a:r>
            <a:endParaRPr lang="en-IN" dirty="0"/>
          </a:p>
        </p:txBody>
      </p:sp>
      <p:sp>
        <p:nvSpPr>
          <p:cNvPr id="3" name="Content Placeholder 2">
            <a:extLst>
              <a:ext uri="{FF2B5EF4-FFF2-40B4-BE49-F238E27FC236}">
                <a16:creationId xmlns:a16="http://schemas.microsoft.com/office/drawing/2014/main" id="{4B7D19C6-A5C6-4E95-BD23-3DCBDCA95A6D}"/>
              </a:ext>
            </a:extLst>
          </p:cNvPr>
          <p:cNvSpPr>
            <a:spLocks noGrp="1"/>
          </p:cNvSpPr>
          <p:nvPr>
            <p:ph idx="1"/>
          </p:nvPr>
        </p:nvSpPr>
        <p:spPr>
          <a:xfrm>
            <a:off x="622852" y="1853754"/>
            <a:ext cx="10432002" cy="4345311"/>
          </a:xfrm>
        </p:spPr>
        <p:txBody>
          <a:bodyPr>
            <a:normAutofit fontScale="92500" lnSpcReduction="10000"/>
          </a:bodyPr>
          <a:lstStyle/>
          <a:p>
            <a:pPr algn="just"/>
            <a:r>
              <a:rPr lang="en-IN" dirty="0"/>
              <a:t>List, strings, tuples, files etc</a:t>
            </a:r>
          </a:p>
          <a:p>
            <a:pPr algn="just"/>
            <a:r>
              <a:rPr lang="en-IN" dirty="0" err="1"/>
              <a:t>Iterable</a:t>
            </a:r>
            <a:r>
              <a:rPr lang="en-IN" dirty="0"/>
              <a:t> is capable of creating iterators.</a:t>
            </a:r>
          </a:p>
          <a:p>
            <a:pPr algn="just"/>
            <a:r>
              <a:rPr lang="en-IN" dirty="0"/>
              <a:t>To be an </a:t>
            </a:r>
            <a:r>
              <a:rPr lang="en-IN" dirty="0" err="1"/>
              <a:t>iterable</a:t>
            </a:r>
            <a:r>
              <a:rPr lang="en-IN" dirty="0"/>
              <a:t> you need to be able to create your own iterator</a:t>
            </a:r>
          </a:p>
          <a:p>
            <a:pPr algn="just"/>
            <a:r>
              <a:rPr lang="en-IN" dirty="0"/>
              <a:t>Iterator is an object created from calling the __</a:t>
            </a:r>
            <a:r>
              <a:rPr lang="en-IN" dirty="0" err="1"/>
              <a:t>iter</a:t>
            </a:r>
            <a:r>
              <a:rPr lang="en-IN" dirty="0"/>
              <a:t>__() method.</a:t>
            </a:r>
          </a:p>
          <a:p>
            <a:pPr algn="just"/>
            <a:r>
              <a:rPr lang="en-IN" dirty="0"/>
              <a:t>Iterator has the ability to go through each element in an </a:t>
            </a:r>
            <a:r>
              <a:rPr lang="en-IN" dirty="0" err="1"/>
              <a:t>iterable</a:t>
            </a:r>
            <a:r>
              <a:rPr lang="en-IN" dirty="0"/>
              <a:t> one by one.</a:t>
            </a:r>
          </a:p>
          <a:p>
            <a:pPr algn="just"/>
            <a:r>
              <a:rPr lang="en-IN" dirty="0"/>
              <a:t>They utilize the __next__() method.</a:t>
            </a:r>
          </a:p>
          <a:p>
            <a:pPr algn="just"/>
            <a:r>
              <a:rPr lang="en-IN" dirty="0" err="1"/>
              <a:t>Eg</a:t>
            </a:r>
            <a:r>
              <a:rPr lang="en-IN" dirty="0"/>
              <a:t>:</a:t>
            </a:r>
          </a:p>
          <a:p>
            <a:pPr marL="0" indent="0" algn="just">
              <a:buNone/>
            </a:pPr>
            <a:r>
              <a:rPr lang="en-IN" dirty="0"/>
              <a:t>list=[1,2,3,4]</a:t>
            </a:r>
          </a:p>
          <a:p>
            <a:pPr marL="0" indent="0" algn="just">
              <a:buNone/>
            </a:pPr>
            <a:r>
              <a:rPr lang="en-IN" dirty="0"/>
              <a:t>for </a:t>
            </a:r>
            <a:r>
              <a:rPr lang="en-IN" dirty="0" err="1"/>
              <a:t>i</a:t>
            </a:r>
            <a:r>
              <a:rPr lang="en-IN" dirty="0"/>
              <a:t> in list:</a:t>
            </a:r>
          </a:p>
          <a:p>
            <a:pPr marL="274320" lvl="1" indent="0" algn="just">
              <a:buNone/>
            </a:pPr>
            <a:r>
              <a:rPr lang="en-IN" dirty="0"/>
              <a:t>print </a:t>
            </a:r>
            <a:r>
              <a:rPr lang="en-IN" dirty="0" err="1"/>
              <a:t>i</a:t>
            </a:r>
            <a:endParaRPr lang="en-IN" dirty="0"/>
          </a:p>
          <a:p>
            <a:endParaRPr lang="en-IN" dirty="0"/>
          </a:p>
          <a:p>
            <a:endParaRPr lang="en-IN" dirty="0"/>
          </a:p>
        </p:txBody>
      </p:sp>
    </p:spTree>
    <p:extLst>
      <p:ext uri="{BB962C8B-B14F-4D97-AF65-F5344CB8AC3E}">
        <p14:creationId xmlns:p14="http://schemas.microsoft.com/office/powerpoint/2010/main" val="20346208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D59F1-DA47-4CFF-87D9-D47E60B0C2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704877-593F-4B6A-BFB7-4187F1593133}"/>
              </a:ext>
            </a:extLst>
          </p:cNvPr>
          <p:cNvSpPr>
            <a:spLocks noGrp="1"/>
          </p:cNvSpPr>
          <p:nvPr>
            <p:ph idx="1"/>
          </p:nvPr>
        </p:nvSpPr>
        <p:spPr/>
        <p:txBody>
          <a:bodyPr/>
          <a:lstStyle/>
          <a:p>
            <a:r>
              <a:rPr lang="en-IN" dirty="0"/>
              <a:t>For is calling the __</a:t>
            </a:r>
            <a:r>
              <a:rPr lang="en-IN" dirty="0" err="1"/>
              <a:t>iter</a:t>
            </a:r>
            <a:r>
              <a:rPr lang="en-IN" dirty="0"/>
              <a:t>__() function on list and creating a iterator and next it will call the next() method until the list is exhausted</a:t>
            </a:r>
          </a:p>
          <a:p>
            <a:endParaRPr lang="en-IN" dirty="0"/>
          </a:p>
        </p:txBody>
      </p:sp>
    </p:spTree>
    <p:extLst>
      <p:ext uri="{BB962C8B-B14F-4D97-AF65-F5344CB8AC3E}">
        <p14:creationId xmlns:p14="http://schemas.microsoft.com/office/powerpoint/2010/main" val="17273567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2148C-8AE4-4EB3-BCBA-F1EA8DA77EBB}"/>
              </a:ext>
            </a:extLst>
          </p:cNvPr>
          <p:cNvSpPr>
            <a:spLocks noGrp="1"/>
          </p:cNvSpPr>
          <p:nvPr>
            <p:ph type="title"/>
          </p:nvPr>
        </p:nvSpPr>
        <p:spPr/>
        <p:txBody>
          <a:bodyPr/>
          <a:lstStyle/>
          <a:p>
            <a:r>
              <a:rPr lang="en-IN" dirty="0"/>
              <a:t>iterators</a:t>
            </a:r>
          </a:p>
        </p:txBody>
      </p:sp>
      <p:sp>
        <p:nvSpPr>
          <p:cNvPr id="3" name="Content Placeholder 2">
            <a:extLst>
              <a:ext uri="{FF2B5EF4-FFF2-40B4-BE49-F238E27FC236}">
                <a16:creationId xmlns:a16="http://schemas.microsoft.com/office/drawing/2014/main" id="{EE4804E7-036E-436B-A9C5-FA9331F10AFC}"/>
              </a:ext>
            </a:extLst>
          </p:cNvPr>
          <p:cNvSpPr>
            <a:spLocks noGrp="1"/>
          </p:cNvSpPr>
          <p:nvPr>
            <p:ph idx="1"/>
          </p:nvPr>
        </p:nvSpPr>
        <p:spPr>
          <a:xfrm>
            <a:off x="198783" y="2015732"/>
            <a:ext cx="10856071" cy="3841729"/>
          </a:xfrm>
        </p:spPr>
        <p:txBody>
          <a:bodyPr>
            <a:normAutofit lnSpcReduction="10000"/>
          </a:bodyPr>
          <a:lstStyle/>
          <a:p>
            <a:pPr marL="141776" marR="6052" indent="-133131" algn="just">
              <a:lnSpc>
                <a:spcPct val="79400"/>
              </a:lnSpc>
              <a:spcBef>
                <a:spcPts val="395"/>
              </a:spcBef>
              <a:buClr>
                <a:srgbClr val="FE8637"/>
              </a:buClr>
              <a:buSzPct val="70270"/>
              <a:buFont typeface="Wingdings"/>
              <a:buChar char=""/>
              <a:tabLst>
                <a:tab pos="142208" algn="l"/>
              </a:tabLst>
            </a:pPr>
            <a:r>
              <a:rPr lang="en-IN" sz="2000" spc="55" dirty="0">
                <a:latin typeface="Times New Roman" pitchFamily="18" charset="0"/>
                <a:cs typeface="Times New Roman" pitchFamily="18" charset="0"/>
              </a:rPr>
              <a:t>Iterators </a:t>
            </a:r>
            <a:r>
              <a:rPr lang="en-IN" sz="2000" spc="41" dirty="0">
                <a:latin typeface="Times New Roman" pitchFamily="18" charset="0"/>
                <a:cs typeface="Times New Roman" pitchFamily="18" charset="0"/>
              </a:rPr>
              <a:t>are </a:t>
            </a:r>
            <a:r>
              <a:rPr lang="en-IN" sz="2000" spc="77" dirty="0">
                <a:latin typeface="Times New Roman" pitchFamily="18" charset="0"/>
                <a:cs typeface="Times New Roman" pitchFamily="18" charset="0"/>
              </a:rPr>
              <a:t>objects </a:t>
            </a:r>
            <a:r>
              <a:rPr lang="en-IN" sz="2000" spc="24" dirty="0">
                <a:latin typeface="Times New Roman" pitchFamily="18" charset="0"/>
                <a:cs typeface="Times New Roman" pitchFamily="18" charset="0"/>
              </a:rPr>
              <a:t>that </a:t>
            </a:r>
            <a:r>
              <a:rPr lang="en-IN" sz="2000" spc="82" dirty="0">
                <a:latin typeface="Times New Roman" pitchFamily="18" charset="0"/>
                <a:cs typeface="Times New Roman" pitchFamily="18" charset="0"/>
              </a:rPr>
              <a:t>can </a:t>
            </a:r>
            <a:r>
              <a:rPr lang="en-IN" sz="2000" spc="68" dirty="0">
                <a:latin typeface="Times New Roman" pitchFamily="18" charset="0"/>
                <a:cs typeface="Times New Roman" pitchFamily="18" charset="0"/>
              </a:rPr>
              <a:t>be </a:t>
            </a:r>
            <a:r>
              <a:rPr lang="en-IN" sz="2000" spc="34" dirty="0">
                <a:latin typeface="Times New Roman" pitchFamily="18" charset="0"/>
                <a:cs typeface="Times New Roman" pitchFamily="18" charset="0"/>
              </a:rPr>
              <a:t>iterated </a:t>
            </a:r>
            <a:r>
              <a:rPr lang="en-IN" sz="2000" spc="41" dirty="0">
                <a:latin typeface="Times New Roman" pitchFamily="18" charset="0"/>
                <a:cs typeface="Times New Roman" pitchFamily="18" charset="0"/>
              </a:rPr>
              <a:t>upon. </a:t>
            </a:r>
            <a:r>
              <a:rPr lang="en-IN" sz="2000" spc="55" dirty="0">
                <a:latin typeface="Times New Roman" pitchFamily="18" charset="0"/>
                <a:cs typeface="Times New Roman" pitchFamily="18" charset="0"/>
              </a:rPr>
              <a:t>Iterators </a:t>
            </a:r>
            <a:r>
              <a:rPr lang="en-IN" sz="2000" spc="41" dirty="0">
                <a:latin typeface="Times New Roman" pitchFamily="18" charset="0"/>
                <a:cs typeface="Times New Roman" pitchFamily="18" charset="0"/>
              </a:rPr>
              <a:t>are </a:t>
            </a:r>
            <a:r>
              <a:rPr lang="en-IN" sz="2000" spc="34" dirty="0">
                <a:latin typeface="Times New Roman" pitchFamily="18" charset="0"/>
                <a:cs typeface="Times New Roman" pitchFamily="18" charset="0"/>
              </a:rPr>
              <a:t>everywhere </a:t>
            </a:r>
            <a:r>
              <a:rPr lang="en-IN" sz="2000" spc="24" dirty="0">
                <a:latin typeface="Times New Roman" pitchFamily="18" charset="0"/>
                <a:cs typeface="Times New Roman" pitchFamily="18" charset="0"/>
              </a:rPr>
              <a:t>in </a:t>
            </a:r>
            <a:r>
              <a:rPr lang="en-IN" sz="2000" spc="51" dirty="0">
                <a:latin typeface="Times New Roman" pitchFamily="18" charset="0"/>
                <a:cs typeface="Times New Roman" pitchFamily="18" charset="0"/>
              </a:rPr>
              <a:t>Python. </a:t>
            </a:r>
            <a:r>
              <a:rPr lang="en-IN" sz="2000" spc="55" dirty="0">
                <a:latin typeface="Times New Roman" pitchFamily="18" charset="0"/>
                <a:cs typeface="Times New Roman" pitchFamily="18" charset="0"/>
              </a:rPr>
              <a:t>They </a:t>
            </a:r>
            <a:r>
              <a:rPr lang="en-IN" sz="2000" spc="41" dirty="0">
                <a:latin typeface="Times New Roman" pitchFamily="18" charset="0"/>
                <a:cs typeface="Times New Roman" pitchFamily="18" charset="0"/>
              </a:rPr>
              <a:t>are </a:t>
            </a:r>
            <a:r>
              <a:rPr lang="en-IN" sz="2000" spc="44" dirty="0">
                <a:latin typeface="Times New Roman" pitchFamily="18" charset="0"/>
                <a:cs typeface="Times New Roman" pitchFamily="18" charset="0"/>
              </a:rPr>
              <a:t>elegantly  </a:t>
            </a:r>
            <a:r>
              <a:rPr lang="en-IN" sz="2000" spc="51" dirty="0">
                <a:latin typeface="Times New Roman" pitchFamily="18" charset="0"/>
                <a:cs typeface="Times New Roman" pitchFamily="18" charset="0"/>
              </a:rPr>
              <a:t>implemented </a:t>
            </a:r>
            <a:r>
              <a:rPr lang="en-IN" sz="2000" spc="27" dirty="0">
                <a:latin typeface="Times New Roman" pitchFamily="18" charset="0"/>
                <a:cs typeface="Times New Roman" pitchFamily="18" charset="0"/>
              </a:rPr>
              <a:t>within </a:t>
            </a:r>
            <a:r>
              <a:rPr lang="en-IN" sz="2000" spc="44" dirty="0">
                <a:latin typeface="Times New Roman" pitchFamily="18" charset="0"/>
                <a:cs typeface="Times New Roman" pitchFamily="18" charset="0"/>
              </a:rPr>
              <a:t>for </a:t>
            </a:r>
            <a:r>
              <a:rPr lang="en-IN" sz="2000" spc="62" dirty="0">
                <a:latin typeface="Times New Roman" pitchFamily="18" charset="0"/>
                <a:cs typeface="Times New Roman" pitchFamily="18" charset="0"/>
              </a:rPr>
              <a:t>loops, comprehensions, generators</a:t>
            </a:r>
            <a:r>
              <a:rPr lang="en-IN" sz="2000" spc="-146" dirty="0">
                <a:latin typeface="Times New Roman" pitchFamily="18" charset="0"/>
                <a:cs typeface="Times New Roman" pitchFamily="18" charset="0"/>
              </a:rPr>
              <a:t> </a:t>
            </a:r>
            <a:r>
              <a:rPr lang="en-IN" sz="2000" spc="58" dirty="0">
                <a:latin typeface="Times New Roman" pitchFamily="18" charset="0"/>
                <a:cs typeface="Times New Roman" pitchFamily="18" charset="0"/>
              </a:rPr>
              <a:t>etc.  </a:t>
            </a:r>
            <a:r>
              <a:rPr lang="en-IN" sz="2000" spc="31" dirty="0">
                <a:latin typeface="Times New Roman" pitchFamily="18" charset="0"/>
                <a:cs typeface="Times New Roman" pitchFamily="18" charset="0"/>
              </a:rPr>
              <a:t>but </a:t>
            </a:r>
            <a:r>
              <a:rPr lang="en-IN" sz="2000" spc="48" dirty="0">
                <a:latin typeface="Times New Roman" pitchFamily="18" charset="0"/>
                <a:cs typeface="Times New Roman" pitchFamily="18" charset="0"/>
              </a:rPr>
              <a:t>hidden </a:t>
            </a:r>
            <a:r>
              <a:rPr lang="en-IN" sz="2000" spc="24" dirty="0">
                <a:latin typeface="Times New Roman" pitchFamily="18" charset="0"/>
                <a:cs typeface="Times New Roman" pitchFamily="18" charset="0"/>
              </a:rPr>
              <a:t>in </a:t>
            </a:r>
            <a:r>
              <a:rPr lang="en-IN" sz="2000" spc="44" dirty="0">
                <a:latin typeface="Times New Roman" pitchFamily="18" charset="0"/>
                <a:cs typeface="Times New Roman" pitchFamily="18" charset="0"/>
              </a:rPr>
              <a:t>plain</a:t>
            </a:r>
            <a:r>
              <a:rPr lang="en-IN" sz="2000" spc="-109" dirty="0">
                <a:latin typeface="Times New Roman" pitchFamily="18" charset="0"/>
                <a:cs typeface="Times New Roman" pitchFamily="18" charset="0"/>
              </a:rPr>
              <a:t> </a:t>
            </a:r>
            <a:r>
              <a:rPr lang="en-IN" sz="2000" spc="65" dirty="0">
                <a:latin typeface="Times New Roman" pitchFamily="18" charset="0"/>
                <a:cs typeface="Times New Roman" pitchFamily="18" charset="0"/>
              </a:rPr>
              <a:t>sight.</a:t>
            </a:r>
            <a:endParaRPr lang="en-IN" sz="2000" dirty="0">
              <a:latin typeface="Times New Roman" pitchFamily="18" charset="0"/>
              <a:cs typeface="Times New Roman" pitchFamily="18" charset="0"/>
            </a:endParaRPr>
          </a:p>
          <a:p>
            <a:pPr algn="just">
              <a:spcBef>
                <a:spcPts val="34"/>
              </a:spcBef>
              <a:buClr>
                <a:srgbClr val="FE8637"/>
              </a:buClr>
              <a:buFont typeface="Wingdings"/>
              <a:buChar char=""/>
            </a:pPr>
            <a:endParaRPr lang="en-IN" sz="2400" dirty="0">
              <a:latin typeface="Times New Roman" pitchFamily="18" charset="0"/>
              <a:cs typeface="Times New Roman" pitchFamily="18" charset="0"/>
            </a:endParaRPr>
          </a:p>
          <a:p>
            <a:pPr marL="141776" marR="148259" indent="-133131" algn="just">
              <a:lnSpc>
                <a:spcPct val="79400"/>
              </a:lnSpc>
              <a:spcBef>
                <a:spcPts val="4"/>
              </a:spcBef>
              <a:buClr>
                <a:srgbClr val="FE8637"/>
              </a:buClr>
              <a:buSzPct val="70270"/>
              <a:buFont typeface="Wingdings"/>
              <a:buChar char=""/>
              <a:tabLst>
                <a:tab pos="142208" algn="l"/>
              </a:tabLst>
            </a:pPr>
            <a:r>
              <a:rPr lang="en-IN" sz="2000" spc="38" dirty="0">
                <a:latin typeface="Times New Roman" pitchFamily="18" charset="0"/>
                <a:cs typeface="Times New Roman" pitchFamily="18" charset="0"/>
              </a:rPr>
              <a:t>Iterator</a:t>
            </a:r>
            <a:r>
              <a:rPr lang="en-IN" sz="2000" spc="31" dirty="0">
                <a:latin typeface="Times New Roman" pitchFamily="18" charset="0"/>
                <a:cs typeface="Times New Roman" pitchFamily="18" charset="0"/>
              </a:rPr>
              <a:t> </a:t>
            </a:r>
            <a:r>
              <a:rPr lang="en-IN" sz="2000" spc="24" dirty="0">
                <a:latin typeface="Times New Roman" pitchFamily="18" charset="0"/>
                <a:cs typeface="Times New Roman" pitchFamily="18" charset="0"/>
              </a:rPr>
              <a:t>in</a:t>
            </a:r>
            <a:r>
              <a:rPr lang="en-IN" sz="2000" spc="-14" dirty="0">
                <a:latin typeface="Times New Roman" pitchFamily="18" charset="0"/>
                <a:cs typeface="Times New Roman" pitchFamily="18" charset="0"/>
              </a:rPr>
              <a:t> </a:t>
            </a:r>
            <a:r>
              <a:rPr lang="en-IN" sz="2000" spc="62" dirty="0">
                <a:latin typeface="Times New Roman" pitchFamily="18" charset="0"/>
                <a:cs typeface="Times New Roman" pitchFamily="18" charset="0"/>
              </a:rPr>
              <a:t>Python</a:t>
            </a:r>
            <a:r>
              <a:rPr lang="en-IN" sz="2000" spc="-14" dirty="0">
                <a:latin typeface="Times New Roman" pitchFamily="18" charset="0"/>
                <a:cs typeface="Times New Roman" pitchFamily="18" charset="0"/>
              </a:rPr>
              <a:t> </a:t>
            </a:r>
            <a:r>
              <a:rPr lang="en-IN" sz="2000" spc="85" dirty="0">
                <a:latin typeface="Times New Roman" pitchFamily="18" charset="0"/>
                <a:cs typeface="Times New Roman" pitchFamily="18" charset="0"/>
              </a:rPr>
              <a:t>is</a:t>
            </a:r>
            <a:r>
              <a:rPr lang="en-IN" sz="2000" spc="31" dirty="0">
                <a:latin typeface="Times New Roman" pitchFamily="18" charset="0"/>
                <a:cs typeface="Times New Roman" pitchFamily="18" charset="0"/>
              </a:rPr>
              <a:t> </a:t>
            </a:r>
            <a:r>
              <a:rPr lang="en-IN" sz="2000" spc="71" dirty="0">
                <a:latin typeface="Times New Roman" pitchFamily="18" charset="0"/>
                <a:cs typeface="Times New Roman" pitchFamily="18" charset="0"/>
              </a:rPr>
              <a:t>simply</a:t>
            </a:r>
            <a:r>
              <a:rPr lang="en-IN" sz="2000" spc="14" dirty="0">
                <a:latin typeface="Times New Roman" pitchFamily="18" charset="0"/>
                <a:cs typeface="Times New Roman" pitchFamily="18" charset="0"/>
              </a:rPr>
              <a:t> </a:t>
            </a:r>
            <a:r>
              <a:rPr lang="en-IN" sz="2000" spc="55" dirty="0">
                <a:latin typeface="Times New Roman" pitchFamily="18" charset="0"/>
                <a:cs typeface="Times New Roman" pitchFamily="18" charset="0"/>
              </a:rPr>
              <a:t>an</a:t>
            </a:r>
            <a:r>
              <a:rPr lang="en-IN" sz="2000" spc="-14" dirty="0">
                <a:latin typeface="Times New Roman" pitchFamily="18" charset="0"/>
                <a:cs typeface="Times New Roman" pitchFamily="18" charset="0"/>
              </a:rPr>
              <a:t> </a:t>
            </a:r>
            <a:r>
              <a:rPr lang="en-IN" sz="2000" spc="58" dirty="0">
                <a:latin typeface="Times New Roman" pitchFamily="18" charset="0"/>
                <a:cs typeface="Times New Roman" pitchFamily="18" charset="0"/>
              </a:rPr>
              <a:t>object</a:t>
            </a:r>
            <a:r>
              <a:rPr lang="en-IN" sz="2000" spc="48" dirty="0">
                <a:latin typeface="Times New Roman" pitchFamily="18" charset="0"/>
                <a:cs typeface="Times New Roman" pitchFamily="18" charset="0"/>
              </a:rPr>
              <a:t> </a:t>
            </a:r>
            <a:r>
              <a:rPr lang="en-IN" sz="2000" spc="24" dirty="0">
                <a:latin typeface="Times New Roman" pitchFamily="18" charset="0"/>
                <a:cs typeface="Times New Roman" pitchFamily="18" charset="0"/>
              </a:rPr>
              <a:t>that</a:t>
            </a:r>
            <a:r>
              <a:rPr lang="en-IN" sz="2000" spc="51" dirty="0">
                <a:latin typeface="Times New Roman" pitchFamily="18" charset="0"/>
                <a:cs typeface="Times New Roman" pitchFamily="18" charset="0"/>
              </a:rPr>
              <a:t> </a:t>
            </a:r>
            <a:r>
              <a:rPr lang="en-IN" sz="2000" spc="82" dirty="0">
                <a:latin typeface="Times New Roman" pitchFamily="18" charset="0"/>
                <a:cs typeface="Times New Roman" pitchFamily="18" charset="0"/>
              </a:rPr>
              <a:t>can</a:t>
            </a:r>
            <a:r>
              <a:rPr lang="en-IN" sz="2000" spc="-14" dirty="0">
                <a:latin typeface="Times New Roman" pitchFamily="18" charset="0"/>
                <a:cs typeface="Times New Roman" pitchFamily="18" charset="0"/>
              </a:rPr>
              <a:t> </a:t>
            </a:r>
            <a:r>
              <a:rPr lang="en-IN" sz="2000" spc="68" dirty="0">
                <a:latin typeface="Times New Roman" pitchFamily="18" charset="0"/>
                <a:cs typeface="Times New Roman" pitchFamily="18" charset="0"/>
              </a:rPr>
              <a:t>be</a:t>
            </a:r>
            <a:r>
              <a:rPr lang="en-IN" sz="2000" spc="17" dirty="0">
                <a:latin typeface="Times New Roman" pitchFamily="18" charset="0"/>
                <a:cs typeface="Times New Roman" pitchFamily="18" charset="0"/>
              </a:rPr>
              <a:t> </a:t>
            </a:r>
            <a:r>
              <a:rPr lang="en-IN" sz="2000" spc="34" dirty="0">
                <a:latin typeface="Times New Roman" pitchFamily="18" charset="0"/>
                <a:cs typeface="Times New Roman" pitchFamily="18" charset="0"/>
              </a:rPr>
              <a:t>iterated</a:t>
            </a:r>
            <a:r>
              <a:rPr lang="en-IN" sz="2000" spc="44" dirty="0">
                <a:latin typeface="Times New Roman" pitchFamily="18" charset="0"/>
                <a:cs typeface="Times New Roman" pitchFamily="18" charset="0"/>
              </a:rPr>
              <a:t> </a:t>
            </a:r>
            <a:r>
              <a:rPr lang="en-IN" sz="2000" spc="41" dirty="0">
                <a:latin typeface="Times New Roman" pitchFamily="18" charset="0"/>
                <a:cs typeface="Times New Roman" pitchFamily="18" charset="0"/>
              </a:rPr>
              <a:t>upon.  </a:t>
            </a:r>
            <a:r>
              <a:rPr lang="en-IN" sz="2000" spc="68" dirty="0">
                <a:latin typeface="Times New Roman" pitchFamily="18" charset="0"/>
                <a:cs typeface="Times New Roman" pitchFamily="18" charset="0"/>
              </a:rPr>
              <a:t>An</a:t>
            </a:r>
            <a:r>
              <a:rPr lang="en-IN" sz="2000" spc="-20" dirty="0">
                <a:latin typeface="Times New Roman" pitchFamily="18" charset="0"/>
                <a:cs typeface="Times New Roman" pitchFamily="18" charset="0"/>
              </a:rPr>
              <a:t> </a:t>
            </a:r>
            <a:r>
              <a:rPr lang="en-IN" sz="2000" spc="58" dirty="0">
                <a:latin typeface="Times New Roman" pitchFamily="18" charset="0"/>
                <a:cs typeface="Times New Roman" pitchFamily="18" charset="0"/>
              </a:rPr>
              <a:t>object</a:t>
            </a:r>
            <a:r>
              <a:rPr lang="en-IN" sz="2000" spc="48" dirty="0">
                <a:latin typeface="Times New Roman" pitchFamily="18" charset="0"/>
                <a:cs typeface="Times New Roman" pitchFamily="18" charset="0"/>
              </a:rPr>
              <a:t> </a:t>
            </a:r>
            <a:r>
              <a:rPr lang="en-IN" sz="2000" spc="55" dirty="0">
                <a:latin typeface="Times New Roman" pitchFamily="18" charset="0"/>
                <a:cs typeface="Times New Roman" pitchFamily="18" charset="0"/>
              </a:rPr>
              <a:t>which</a:t>
            </a:r>
            <a:r>
              <a:rPr lang="en-IN" sz="2000" spc="-14" dirty="0">
                <a:latin typeface="Times New Roman" pitchFamily="18" charset="0"/>
                <a:cs typeface="Times New Roman" pitchFamily="18" charset="0"/>
              </a:rPr>
              <a:t> </a:t>
            </a:r>
            <a:r>
              <a:rPr lang="en-IN" sz="2000" spc="27" dirty="0">
                <a:latin typeface="Times New Roman" pitchFamily="18" charset="0"/>
                <a:cs typeface="Times New Roman" pitchFamily="18" charset="0"/>
              </a:rPr>
              <a:t>will</a:t>
            </a:r>
            <a:r>
              <a:rPr lang="en-IN" sz="2000" spc="4" dirty="0">
                <a:latin typeface="Times New Roman" pitchFamily="18" charset="0"/>
                <a:cs typeface="Times New Roman" pitchFamily="18" charset="0"/>
              </a:rPr>
              <a:t> </a:t>
            </a:r>
            <a:r>
              <a:rPr lang="en-IN" sz="2000" spc="24" dirty="0">
                <a:latin typeface="Times New Roman" pitchFamily="18" charset="0"/>
                <a:cs typeface="Times New Roman" pitchFamily="18" charset="0"/>
              </a:rPr>
              <a:t>return</a:t>
            </a:r>
            <a:r>
              <a:rPr lang="en-IN" sz="2000" spc="-17" dirty="0">
                <a:latin typeface="Times New Roman" pitchFamily="18" charset="0"/>
                <a:cs typeface="Times New Roman" pitchFamily="18" charset="0"/>
              </a:rPr>
              <a:t> </a:t>
            </a:r>
            <a:r>
              <a:rPr lang="en-IN" sz="2000" spc="38" dirty="0">
                <a:latin typeface="Times New Roman" pitchFamily="18" charset="0"/>
                <a:cs typeface="Times New Roman" pitchFamily="18" charset="0"/>
              </a:rPr>
              <a:t>data,</a:t>
            </a:r>
            <a:r>
              <a:rPr lang="en-IN" sz="2000" spc="-14" dirty="0">
                <a:latin typeface="Times New Roman" pitchFamily="18" charset="0"/>
                <a:cs typeface="Times New Roman" pitchFamily="18" charset="0"/>
              </a:rPr>
              <a:t> </a:t>
            </a:r>
            <a:r>
              <a:rPr lang="en-IN" sz="2000" spc="48" dirty="0">
                <a:latin typeface="Times New Roman" pitchFamily="18" charset="0"/>
                <a:cs typeface="Times New Roman" pitchFamily="18" charset="0"/>
              </a:rPr>
              <a:t>one</a:t>
            </a:r>
            <a:r>
              <a:rPr lang="en-IN" sz="2000" spc="14" dirty="0">
                <a:latin typeface="Times New Roman" pitchFamily="18" charset="0"/>
                <a:cs typeface="Times New Roman" pitchFamily="18" charset="0"/>
              </a:rPr>
              <a:t> </a:t>
            </a:r>
            <a:r>
              <a:rPr lang="en-IN" sz="2000" spc="38" dirty="0">
                <a:latin typeface="Times New Roman" pitchFamily="18" charset="0"/>
                <a:cs typeface="Times New Roman" pitchFamily="18" charset="0"/>
              </a:rPr>
              <a:t>element</a:t>
            </a:r>
            <a:r>
              <a:rPr lang="en-IN" sz="2000" spc="48" dirty="0">
                <a:latin typeface="Times New Roman" pitchFamily="18" charset="0"/>
                <a:cs typeface="Times New Roman" pitchFamily="18" charset="0"/>
              </a:rPr>
              <a:t> </a:t>
            </a:r>
            <a:r>
              <a:rPr lang="en-IN" sz="2000" spc="31" dirty="0">
                <a:latin typeface="Times New Roman" pitchFamily="18" charset="0"/>
                <a:cs typeface="Times New Roman" pitchFamily="18" charset="0"/>
              </a:rPr>
              <a:t>at</a:t>
            </a:r>
            <a:r>
              <a:rPr lang="en-IN" sz="2000" spc="48" dirty="0">
                <a:latin typeface="Times New Roman" pitchFamily="18" charset="0"/>
                <a:cs typeface="Times New Roman" pitchFamily="18" charset="0"/>
              </a:rPr>
              <a:t> </a:t>
            </a:r>
            <a:r>
              <a:rPr lang="en-IN" sz="2000" spc="89" dirty="0">
                <a:latin typeface="Times New Roman" pitchFamily="18" charset="0"/>
                <a:cs typeface="Times New Roman" pitchFamily="18" charset="0"/>
              </a:rPr>
              <a:t>a</a:t>
            </a:r>
            <a:r>
              <a:rPr lang="en-IN" sz="2000" spc="-4" dirty="0">
                <a:latin typeface="Times New Roman" pitchFamily="18" charset="0"/>
                <a:cs typeface="Times New Roman" pitchFamily="18" charset="0"/>
              </a:rPr>
              <a:t> </a:t>
            </a:r>
            <a:r>
              <a:rPr lang="en-IN" sz="2000" spc="41" dirty="0">
                <a:latin typeface="Times New Roman" pitchFamily="18" charset="0"/>
                <a:cs typeface="Times New Roman" pitchFamily="18" charset="0"/>
              </a:rPr>
              <a:t>time.</a:t>
            </a:r>
            <a:endParaRPr lang="en-IN" sz="2000" dirty="0">
              <a:latin typeface="Times New Roman" pitchFamily="18" charset="0"/>
              <a:cs typeface="Times New Roman" pitchFamily="18" charset="0"/>
            </a:endParaRPr>
          </a:p>
          <a:p>
            <a:pPr algn="just">
              <a:spcBef>
                <a:spcPts val="34"/>
              </a:spcBef>
              <a:buClr>
                <a:srgbClr val="FE8637"/>
              </a:buClr>
              <a:buFont typeface="Wingdings"/>
              <a:buChar char=""/>
            </a:pPr>
            <a:endParaRPr lang="en-IN" sz="2400" dirty="0">
              <a:latin typeface="Times New Roman" pitchFamily="18" charset="0"/>
              <a:cs typeface="Times New Roman" pitchFamily="18" charset="0"/>
            </a:endParaRPr>
          </a:p>
          <a:p>
            <a:pPr marL="141776" marR="3458" indent="-133131" algn="just">
              <a:lnSpc>
                <a:spcPct val="79400"/>
              </a:lnSpc>
              <a:spcBef>
                <a:spcPts val="4"/>
              </a:spcBef>
              <a:buClr>
                <a:srgbClr val="FE8637"/>
              </a:buClr>
              <a:buSzPct val="70270"/>
              <a:buFont typeface="Wingdings"/>
              <a:buChar char=""/>
              <a:tabLst>
                <a:tab pos="142208" algn="l"/>
              </a:tabLst>
            </a:pPr>
            <a:r>
              <a:rPr lang="en-IN" sz="2000" spc="48" dirty="0">
                <a:latin typeface="Times New Roman" pitchFamily="18" charset="0"/>
                <a:cs typeface="Times New Roman" pitchFamily="18" charset="0"/>
              </a:rPr>
              <a:t>Technically </a:t>
            </a:r>
            <a:r>
              <a:rPr lang="en-IN" sz="2000" spc="65" dirty="0">
                <a:latin typeface="Times New Roman" pitchFamily="18" charset="0"/>
                <a:cs typeface="Times New Roman" pitchFamily="18" charset="0"/>
              </a:rPr>
              <a:t>speaking, </a:t>
            </a:r>
            <a:r>
              <a:rPr lang="en-IN" sz="2000" spc="62" dirty="0">
                <a:latin typeface="Times New Roman" pitchFamily="18" charset="0"/>
                <a:cs typeface="Times New Roman" pitchFamily="18" charset="0"/>
              </a:rPr>
              <a:t>Python </a:t>
            </a:r>
            <a:r>
              <a:rPr lang="en-IN" sz="2000" spc="31" dirty="0">
                <a:latin typeface="Times New Roman" pitchFamily="18" charset="0"/>
                <a:cs typeface="Times New Roman" pitchFamily="18" charset="0"/>
              </a:rPr>
              <a:t>iterator </a:t>
            </a:r>
            <a:r>
              <a:rPr lang="en-IN" sz="2000" spc="58" dirty="0">
                <a:latin typeface="Times New Roman" pitchFamily="18" charset="0"/>
                <a:cs typeface="Times New Roman" pitchFamily="18" charset="0"/>
              </a:rPr>
              <a:t>object </a:t>
            </a:r>
            <a:r>
              <a:rPr lang="en-IN" sz="2000" spc="75" dirty="0">
                <a:latin typeface="Times New Roman" pitchFamily="18" charset="0"/>
                <a:cs typeface="Times New Roman" pitchFamily="18" charset="0"/>
              </a:rPr>
              <a:t>must </a:t>
            </a:r>
            <a:r>
              <a:rPr lang="en-IN" sz="2000" spc="48" dirty="0">
                <a:latin typeface="Times New Roman" pitchFamily="18" charset="0"/>
                <a:cs typeface="Times New Roman" pitchFamily="18" charset="0"/>
              </a:rPr>
              <a:t>implement</a:t>
            </a:r>
            <a:r>
              <a:rPr lang="en-IN" sz="2000" spc="-153" dirty="0">
                <a:latin typeface="Times New Roman" pitchFamily="18" charset="0"/>
                <a:cs typeface="Times New Roman" pitchFamily="18" charset="0"/>
              </a:rPr>
              <a:t> </a:t>
            </a:r>
            <a:r>
              <a:rPr lang="en-IN" sz="2000" spc="51" dirty="0">
                <a:latin typeface="Times New Roman" pitchFamily="18" charset="0"/>
                <a:cs typeface="Times New Roman" pitchFamily="18" charset="0"/>
              </a:rPr>
              <a:t>two  </a:t>
            </a:r>
            <a:r>
              <a:rPr lang="en-IN" sz="2000" spc="77" dirty="0">
                <a:latin typeface="Times New Roman" pitchFamily="18" charset="0"/>
                <a:cs typeface="Times New Roman" pitchFamily="18" charset="0"/>
              </a:rPr>
              <a:t>special </a:t>
            </a:r>
            <a:r>
              <a:rPr lang="en-IN" sz="2000" spc="62" dirty="0">
                <a:latin typeface="Times New Roman" pitchFamily="18" charset="0"/>
                <a:cs typeface="Times New Roman" pitchFamily="18" charset="0"/>
              </a:rPr>
              <a:t>methods, </a:t>
            </a:r>
            <a:r>
              <a:rPr lang="en-IN" sz="2000" spc="11" dirty="0">
                <a:latin typeface="Times New Roman" pitchFamily="18" charset="0"/>
                <a:cs typeface="Times New Roman" pitchFamily="18" charset="0"/>
              </a:rPr>
              <a:t>__</a:t>
            </a:r>
            <a:r>
              <a:rPr lang="en-IN" sz="2000" spc="11" dirty="0" err="1">
                <a:latin typeface="Times New Roman" pitchFamily="18" charset="0"/>
                <a:cs typeface="Times New Roman" pitchFamily="18" charset="0"/>
              </a:rPr>
              <a:t>iter</a:t>
            </a:r>
            <a:r>
              <a:rPr lang="en-IN" sz="2000" spc="11" dirty="0">
                <a:latin typeface="Times New Roman" pitchFamily="18" charset="0"/>
                <a:cs typeface="Times New Roman" pitchFamily="18" charset="0"/>
              </a:rPr>
              <a:t>__() </a:t>
            </a:r>
            <a:r>
              <a:rPr lang="en-IN" sz="2000" spc="44" dirty="0">
                <a:latin typeface="Times New Roman" pitchFamily="18" charset="0"/>
                <a:cs typeface="Times New Roman" pitchFamily="18" charset="0"/>
              </a:rPr>
              <a:t>and </a:t>
            </a:r>
            <a:r>
              <a:rPr lang="en-IN" sz="2000" spc="7" dirty="0">
                <a:latin typeface="Times New Roman" pitchFamily="18" charset="0"/>
                <a:cs typeface="Times New Roman" pitchFamily="18" charset="0"/>
              </a:rPr>
              <a:t>__next__(), </a:t>
            </a:r>
            <a:r>
              <a:rPr lang="en-IN" sz="2000" spc="48" dirty="0">
                <a:latin typeface="Times New Roman" pitchFamily="18" charset="0"/>
                <a:cs typeface="Times New Roman" pitchFamily="18" charset="0"/>
              </a:rPr>
              <a:t>collectively </a:t>
            </a:r>
            <a:r>
              <a:rPr lang="en-IN" sz="2000" spc="55" dirty="0">
                <a:latin typeface="Times New Roman" pitchFamily="18" charset="0"/>
                <a:cs typeface="Times New Roman" pitchFamily="18" charset="0"/>
              </a:rPr>
              <a:t>called </a:t>
            </a:r>
            <a:r>
              <a:rPr lang="en-IN" sz="2000" spc="27" dirty="0">
                <a:latin typeface="Times New Roman" pitchFamily="18" charset="0"/>
                <a:cs typeface="Times New Roman" pitchFamily="18" charset="0"/>
              </a:rPr>
              <a:t>the  </a:t>
            </a:r>
            <a:r>
              <a:rPr lang="en-IN" sz="2000" spc="31" dirty="0">
                <a:latin typeface="Times New Roman" pitchFamily="18" charset="0"/>
                <a:cs typeface="Times New Roman" pitchFamily="18" charset="0"/>
              </a:rPr>
              <a:t>iterator</a:t>
            </a:r>
            <a:r>
              <a:rPr lang="en-IN" sz="2000" spc="27" dirty="0">
                <a:latin typeface="Times New Roman" pitchFamily="18" charset="0"/>
                <a:cs typeface="Times New Roman" pitchFamily="18" charset="0"/>
              </a:rPr>
              <a:t> </a:t>
            </a:r>
            <a:r>
              <a:rPr lang="en-IN" sz="2000" spc="58" dirty="0">
                <a:latin typeface="Times New Roman" pitchFamily="18" charset="0"/>
                <a:cs typeface="Times New Roman" pitchFamily="18" charset="0"/>
              </a:rPr>
              <a:t>protocol.</a:t>
            </a:r>
            <a:endParaRPr lang="en-IN" sz="2000" dirty="0">
              <a:latin typeface="Times New Roman" pitchFamily="18" charset="0"/>
              <a:cs typeface="Times New Roman" pitchFamily="18" charset="0"/>
            </a:endParaRPr>
          </a:p>
          <a:p>
            <a:pPr algn="just">
              <a:spcBef>
                <a:spcPts val="34"/>
              </a:spcBef>
              <a:buClr>
                <a:srgbClr val="FE8637"/>
              </a:buClr>
              <a:buFont typeface="Wingdings"/>
              <a:buChar char=""/>
            </a:pPr>
            <a:endParaRPr lang="en-IN" sz="2400" dirty="0">
              <a:latin typeface="Times New Roman" pitchFamily="18" charset="0"/>
              <a:cs typeface="Times New Roman" pitchFamily="18" charset="0"/>
            </a:endParaRPr>
          </a:p>
          <a:p>
            <a:pPr marL="141776" marR="52301" indent="-133131" algn="just">
              <a:lnSpc>
                <a:spcPct val="79400"/>
              </a:lnSpc>
              <a:spcBef>
                <a:spcPts val="4"/>
              </a:spcBef>
              <a:buClr>
                <a:srgbClr val="FE8637"/>
              </a:buClr>
              <a:buSzPct val="70270"/>
              <a:buFont typeface="Wingdings"/>
              <a:buChar char=""/>
              <a:tabLst>
                <a:tab pos="142208" algn="l"/>
              </a:tabLst>
            </a:pPr>
            <a:r>
              <a:rPr lang="en-IN" sz="2000" spc="68" dirty="0">
                <a:latin typeface="Times New Roman" pitchFamily="18" charset="0"/>
                <a:cs typeface="Times New Roman" pitchFamily="18" charset="0"/>
              </a:rPr>
              <a:t>An</a:t>
            </a:r>
            <a:r>
              <a:rPr lang="en-IN" sz="2000" spc="-17" dirty="0">
                <a:latin typeface="Times New Roman" pitchFamily="18" charset="0"/>
                <a:cs typeface="Times New Roman" pitchFamily="18" charset="0"/>
              </a:rPr>
              <a:t> </a:t>
            </a:r>
            <a:r>
              <a:rPr lang="en-IN" sz="2000" spc="58" dirty="0">
                <a:latin typeface="Times New Roman" pitchFamily="18" charset="0"/>
                <a:cs typeface="Times New Roman" pitchFamily="18" charset="0"/>
              </a:rPr>
              <a:t>object</a:t>
            </a:r>
            <a:r>
              <a:rPr lang="en-IN" sz="2000" spc="51" dirty="0">
                <a:latin typeface="Times New Roman" pitchFamily="18" charset="0"/>
                <a:cs typeface="Times New Roman" pitchFamily="18" charset="0"/>
              </a:rPr>
              <a:t> </a:t>
            </a:r>
            <a:r>
              <a:rPr lang="en-IN" sz="2000" spc="85" dirty="0">
                <a:latin typeface="Times New Roman" pitchFamily="18" charset="0"/>
                <a:cs typeface="Times New Roman" pitchFamily="18" charset="0"/>
              </a:rPr>
              <a:t>is</a:t>
            </a:r>
            <a:r>
              <a:rPr lang="en-IN" sz="2000" spc="34" dirty="0">
                <a:latin typeface="Times New Roman" pitchFamily="18" charset="0"/>
                <a:cs typeface="Times New Roman" pitchFamily="18" charset="0"/>
              </a:rPr>
              <a:t> </a:t>
            </a:r>
            <a:r>
              <a:rPr lang="en-IN" sz="2000" spc="55" dirty="0">
                <a:latin typeface="Times New Roman" pitchFamily="18" charset="0"/>
                <a:cs typeface="Times New Roman" pitchFamily="18" charset="0"/>
              </a:rPr>
              <a:t>called</a:t>
            </a:r>
            <a:r>
              <a:rPr lang="en-IN" sz="2000" spc="44" dirty="0">
                <a:latin typeface="Times New Roman" pitchFamily="18" charset="0"/>
                <a:cs typeface="Times New Roman" pitchFamily="18" charset="0"/>
              </a:rPr>
              <a:t> </a:t>
            </a:r>
            <a:r>
              <a:rPr lang="en-IN" sz="2000" spc="38" dirty="0" err="1">
                <a:latin typeface="Times New Roman" pitchFamily="18" charset="0"/>
                <a:cs typeface="Times New Roman" pitchFamily="18" charset="0"/>
              </a:rPr>
              <a:t>iterable</a:t>
            </a:r>
            <a:r>
              <a:rPr lang="en-IN" sz="2000" spc="17" dirty="0">
                <a:latin typeface="Times New Roman" pitchFamily="18" charset="0"/>
                <a:cs typeface="Times New Roman" pitchFamily="18" charset="0"/>
              </a:rPr>
              <a:t> </a:t>
            </a:r>
            <a:r>
              <a:rPr lang="en-IN" sz="2000" spc="34" dirty="0">
                <a:latin typeface="Times New Roman" pitchFamily="18" charset="0"/>
                <a:cs typeface="Times New Roman" pitchFamily="18" charset="0"/>
              </a:rPr>
              <a:t>if</a:t>
            </a:r>
            <a:r>
              <a:rPr lang="en-IN" sz="2000" spc="24" dirty="0">
                <a:latin typeface="Times New Roman" pitchFamily="18" charset="0"/>
                <a:cs typeface="Times New Roman" pitchFamily="18" charset="0"/>
              </a:rPr>
              <a:t> </a:t>
            </a:r>
            <a:r>
              <a:rPr lang="en-IN" sz="2000" spc="58" dirty="0">
                <a:latin typeface="Times New Roman" pitchFamily="18" charset="0"/>
                <a:cs typeface="Times New Roman" pitchFamily="18" charset="0"/>
              </a:rPr>
              <a:t>we</a:t>
            </a:r>
            <a:r>
              <a:rPr lang="en-IN" sz="2000" spc="17" dirty="0">
                <a:latin typeface="Times New Roman" pitchFamily="18" charset="0"/>
                <a:cs typeface="Times New Roman" pitchFamily="18" charset="0"/>
              </a:rPr>
              <a:t> </a:t>
            </a:r>
            <a:r>
              <a:rPr lang="en-IN" sz="2000" spc="82" dirty="0">
                <a:latin typeface="Times New Roman" pitchFamily="18" charset="0"/>
                <a:cs typeface="Times New Roman" pitchFamily="18" charset="0"/>
              </a:rPr>
              <a:t>can</a:t>
            </a:r>
            <a:r>
              <a:rPr lang="en-IN" sz="2000" spc="-17" dirty="0">
                <a:latin typeface="Times New Roman" pitchFamily="18" charset="0"/>
                <a:cs typeface="Times New Roman" pitchFamily="18" charset="0"/>
              </a:rPr>
              <a:t> </a:t>
            </a:r>
            <a:r>
              <a:rPr lang="en-IN" sz="2000" spc="65" dirty="0">
                <a:latin typeface="Times New Roman" pitchFamily="18" charset="0"/>
                <a:cs typeface="Times New Roman" pitchFamily="18" charset="0"/>
              </a:rPr>
              <a:t>get</a:t>
            </a:r>
            <a:r>
              <a:rPr lang="en-IN" sz="2000" spc="51" dirty="0">
                <a:latin typeface="Times New Roman" pitchFamily="18" charset="0"/>
                <a:cs typeface="Times New Roman" pitchFamily="18" charset="0"/>
              </a:rPr>
              <a:t> </a:t>
            </a:r>
            <a:r>
              <a:rPr lang="en-IN" sz="2000" spc="55" dirty="0">
                <a:latin typeface="Times New Roman" pitchFamily="18" charset="0"/>
                <a:cs typeface="Times New Roman" pitchFamily="18" charset="0"/>
              </a:rPr>
              <a:t>an</a:t>
            </a:r>
            <a:r>
              <a:rPr lang="en-IN" sz="2000" spc="-14" dirty="0">
                <a:latin typeface="Times New Roman" pitchFamily="18" charset="0"/>
                <a:cs typeface="Times New Roman" pitchFamily="18" charset="0"/>
              </a:rPr>
              <a:t> </a:t>
            </a:r>
            <a:r>
              <a:rPr lang="en-IN" sz="2000" spc="31" dirty="0">
                <a:latin typeface="Times New Roman" pitchFamily="18" charset="0"/>
                <a:cs typeface="Times New Roman" pitchFamily="18" charset="0"/>
              </a:rPr>
              <a:t>iterator </a:t>
            </a:r>
            <a:r>
              <a:rPr lang="en-IN" sz="2000" spc="65" dirty="0">
                <a:latin typeface="Times New Roman" pitchFamily="18" charset="0"/>
                <a:cs typeface="Times New Roman" pitchFamily="18" charset="0"/>
              </a:rPr>
              <a:t>from</a:t>
            </a:r>
            <a:r>
              <a:rPr lang="en-IN" sz="2000" spc="24" dirty="0">
                <a:latin typeface="Times New Roman" pitchFamily="18" charset="0"/>
                <a:cs typeface="Times New Roman" pitchFamily="18" charset="0"/>
              </a:rPr>
              <a:t> </a:t>
            </a:r>
            <a:r>
              <a:rPr lang="en-IN" sz="2000" spc="17" dirty="0">
                <a:latin typeface="Times New Roman" pitchFamily="18" charset="0"/>
                <a:cs typeface="Times New Roman" pitchFamily="18" charset="0"/>
              </a:rPr>
              <a:t>it.</a:t>
            </a:r>
            <a:r>
              <a:rPr lang="en-IN" sz="2000" spc="-20" dirty="0">
                <a:latin typeface="Times New Roman" pitchFamily="18" charset="0"/>
                <a:cs typeface="Times New Roman" pitchFamily="18" charset="0"/>
              </a:rPr>
              <a:t> </a:t>
            </a:r>
            <a:r>
              <a:rPr lang="en-IN" sz="2000" spc="75" dirty="0">
                <a:latin typeface="Times New Roman" pitchFamily="18" charset="0"/>
                <a:cs typeface="Times New Roman" pitchFamily="18" charset="0"/>
              </a:rPr>
              <a:t>Most  </a:t>
            </a:r>
            <a:r>
              <a:rPr lang="en-IN" sz="2000" spc="68" dirty="0">
                <a:latin typeface="Times New Roman" pitchFamily="18" charset="0"/>
                <a:cs typeface="Times New Roman" pitchFamily="18" charset="0"/>
              </a:rPr>
              <a:t>of </a:t>
            </a:r>
            <a:r>
              <a:rPr lang="en-IN" sz="2000" spc="20" dirty="0">
                <a:latin typeface="Times New Roman" pitchFamily="18" charset="0"/>
                <a:cs typeface="Times New Roman" pitchFamily="18" charset="0"/>
              </a:rPr>
              <a:t>built-in </a:t>
            </a:r>
            <a:r>
              <a:rPr lang="en-IN" sz="2000" spc="55" dirty="0">
                <a:latin typeface="Times New Roman" pitchFamily="18" charset="0"/>
                <a:cs typeface="Times New Roman" pitchFamily="18" charset="0"/>
              </a:rPr>
              <a:t>containers </a:t>
            </a:r>
            <a:r>
              <a:rPr lang="en-IN" sz="2000" spc="24" dirty="0">
                <a:latin typeface="Times New Roman" pitchFamily="18" charset="0"/>
                <a:cs typeface="Times New Roman" pitchFamily="18" charset="0"/>
              </a:rPr>
              <a:t>in </a:t>
            </a:r>
            <a:r>
              <a:rPr lang="en-IN" sz="2000" spc="62" dirty="0">
                <a:latin typeface="Times New Roman" pitchFamily="18" charset="0"/>
                <a:cs typeface="Times New Roman" pitchFamily="18" charset="0"/>
              </a:rPr>
              <a:t>Python </a:t>
            </a:r>
            <a:r>
              <a:rPr lang="en-IN" sz="2000" spc="27" dirty="0">
                <a:latin typeface="Times New Roman" pitchFamily="18" charset="0"/>
                <a:cs typeface="Times New Roman" pitchFamily="18" charset="0"/>
              </a:rPr>
              <a:t>like: </a:t>
            </a:r>
            <a:r>
              <a:rPr lang="en-IN" sz="2000" spc="31" dirty="0">
                <a:latin typeface="Times New Roman" pitchFamily="18" charset="0"/>
                <a:cs typeface="Times New Roman" pitchFamily="18" charset="0"/>
              </a:rPr>
              <a:t>list, </a:t>
            </a:r>
            <a:r>
              <a:rPr lang="en-IN" sz="2000" spc="17" dirty="0">
                <a:latin typeface="Times New Roman" pitchFamily="18" charset="0"/>
                <a:cs typeface="Times New Roman" pitchFamily="18" charset="0"/>
              </a:rPr>
              <a:t>tuple, </a:t>
            </a:r>
            <a:r>
              <a:rPr lang="en-IN" sz="2000" spc="58" dirty="0">
                <a:latin typeface="Times New Roman" pitchFamily="18" charset="0"/>
                <a:cs typeface="Times New Roman" pitchFamily="18" charset="0"/>
              </a:rPr>
              <a:t>string etc. </a:t>
            </a:r>
            <a:r>
              <a:rPr lang="en-IN" sz="2000" spc="41" dirty="0">
                <a:latin typeface="Times New Roman" pitchFamily="18" charset="0"/>
                <a:cs typeface="Times New Roman" pitchFamily="18" charset="0"/>
              </a:rPr>
              <a:t>are  </a:t>
            </a:r>
            <a:r>
              <a:rPr lang="en-IN" sz="2000" spc="48" dirty="0" err="1">
                <a:latin typeface="Times New Roman" pitchFamily="18" charset="0"/>
                <a:cs typeface="Times New Roman" pitchFamily="18" charset="0"/>
              </a:rPr>
              <a:t>iterables</a:t>
            </a:r>
            <a:r>
              <a:rPr lang="en-IN" sz="2000" spc="48"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a:p>
            <a:pPr algn="just">
              <a:spcBef>
                <a:spcPts val="34"/>
              </a:spcBef>
              <a:buClr>
                <a:srgbClr val="FE8637"/>
              </a:buClr>
              <a:buFont typeface="Wingdings"/>
              <a:buChar char=""/>
            </a:pPr>
            <a:endParaRPr lang="en-IN" sz="2400" dirty="0">
              <a:latin typeface="Times New Roman" pitchFamily="18" charset="0"/>
              <a:cs typeface="Times New Roman" pitchFamily="18" charset="0"/>
            </a:endParaRPr>
          </a:p>
          <a:p>
            <a:pPr marL="141776" marR="382104" indent="-133131" algn="just">
              <a:lnSpc>
                <a:spcPct val="79400"/>
              </a:lnSpc>
              <a:spcBef>
                <a:spcPts val="4"/>
              </a:spcBef>
              <a:buClr>
                <a:srgbClr val="FE8637"/>
              </a:buClr>
              <a:buSzPct val="70270"/>
              <a:buFont typeface="Wingdings"/>
              <a:buChar char=""/>
              <a:tabLst>
                <a:tab pos="142208" algn="l"/>
              </a:tabLst>
            </a:pPr>
            <a:r>
              <a:rPr lang="en-IN" sz="2000" spc="65" dirty="0">
                <a:latin typeface="Times New Roman" pitchFamily="18" charset="0"/>
                <a:cs typeface="Times New Roman" pitchFamily="18" charset="0"/>
              </a:rPr>
              <a:t>The</a:t>
            </a:r>
            <a:r>
              <a:rPr lang="en-IN" sz="2000" spc="14" dirty="0">
                <a:latin typeface="Times New Roman" pitchFamily="18" charset="0"/>
                <a:cs typeface="Times New Roman" pitchFamily="18" charset="0"/>
              </a:rPr>
              <a:t> </a:t>
            </a:r>
            <a:r>
              <a:rPr lang="en-IN" sz="2000" spc="34" dirty="0" err="1">
                <a:latin typeface="Times New Roman" pitchFamily="18" charset="0"/>
                <a:cs typeface="Times New Roman" pitchFamily="18" charset="0"/>
              </a:rPr>
              <a:t>iter</a:t>
            </a:r>
            <a:r>
              <a:rPr lang="en-IN" sz="2000" spc="34" dirty="0">
                <a:latin typeface="Times New Roman" pitchFamily="18" charset="0"/>
                <a:cs typeface="Times New Roman" pitchFamily="18" charset="0"/>
              </a:rPr>
              <a:t>()</a:t>
            </a:r>
            <a:r>
              <a:rPr lang="en-IN" sz="2000" spc="24" dirty="0">
                <a:latin typeface="Times New Roman" pitchFamily="18" charset="0"/>
                <a:cs typeface="Times New Roman" pitchFamily="18" charset="0"/>
              </a:rPr>
              <a:t> </a:t>
            </a:r>
            <a:r>
              <a:rPr lang="en-IN" sz="2000" spc="48" dirty="0">
                <a:latin typeface="Times New Roman" pitchFamily="18" charset="0"/>
                <a:cs typeface="Times New Roman" pitchFamily="18" charset="0"/>
              </a:rPr>
              <a:t>function</a:t>
            </a:r>
            <a:r>
              <a:rPr lang="en-IN" sz="2000" spc="-14" dirty="0">
                <a:latin typeface="Times New Roman" pitchFamily="18" charset="0"/>
                <a:cs typeface="Times New Roman" pitchFamily="18" charset="0"/>
              </a:rPr>
              <a:t> </a:t>
            </a:r>
            <a:r>
              <a:rPr lang="en-IN" sz="2000" spc="55" dirty="0">
                <a:latin typeface="Times New Roman" pitchFamily="18" charset="0"/>
                <a:cs typeface="Times New Roman" pitchFamily="18" charset="0"/>
              </a:rPr>
              <a:t>(which</a:t>
            </a:r>
            <a:r>
              <a:rPr lang="en-IN" sz="2000" spc="-11" dirty="0">
                <a:latin typeface="Times New Roman" pitchFamily="18" charset="0"/>
                <a:cs typeface="Times New Roman" pitchFamily="18" charset="0"/>
              </a:rPr>
              <a:t> </a:t>
            </a:r>
            <a:r>
              <a:rPr lang="en-IN" sz="2000" spc="24" dirty="0">
                <a:latin typeface="Times New Roman" pitchFamily="18" charset="0"/>
                <a:cs typeface="Times New Roman" pitchFamily="18" charset="0"/>
              </a:rPr>
              <a:t>in</a:t>
            </a:r>
            <a:r>
              <a:rPr lang="en-IN" sz="2000" spc="-14" dirty="0">
                <a:latin typeface="Times New Roman" pitchFamily="18" charset="0"/>
                <a:cs typeface="Times New Roman" pitchFamily="18" charset="0"/>
              </a:rPr>
              <a:t> </a:t>
            </a:r>
            <a:r>
              <a:rPr lang="en-IN" sz="2000" spc="20" dirty="0">
                <a:latin typeface="Times New Roman" pitchFamily="18" charset="0"/>
                <a:cs typeface="Times New Roman" pitchFamily="18" charset="0"/>
              </a:rPr>
              <a:t>turn</a:t>
            </a:r>
            <a:r>
              <a:rPr lang="en-IN" sz="2000" spc="-14" dirty="0">
                <a:latin typeface="Times New Roman" pitchFamily="18" charset="0"/>
                <a:cs typeface="Times New Roman" pitchFamily="18" charset="0"/>
              </a:rPr>
              <a:t> </a:t>
            </a:r>
            <a:r>
              <a:rPr lang="en-IN" sz="2000" spc="77" dirty="0">
                <a:latin typeface="Times New Roman" pitchFamily="18" charset="0"/>
                <a:cs typeface="Times New Roman" pitchFamily="18" charset="0"/>
              </a:rPr>
              <a:t>calls</a:t>
            </a:r>
            <a:r>
              <a:rPr lang="en-IN" sz="2000" spc="34" dirty="0">
                <a:latin typeface="Times New Roman" pitchFamily="18" charset="0"/>
                <a:cs typeface="Times New Roman" pitchFamily="18" charset="0"/>
              </a:rPr>
              <a:t> </a:t>
            </a:r>
            <a:r>
              <a:rPr lang="en-IN" sz="2000" spc="27" dirty="0">
                <a:latin typeface="Times New Roman" pitchFamily="18" charset="0"/>
                <a:cs typeface="Times New Roman" pitchFamily="18" charset="0"/>
              </a:rPr>
              <a:t>the</a:t>
            </a:r>
            <a:r>
              <a:rPr lang="en-IN" sz="2000" spc="14" dirty="0">
                <a:latin typeface="Times New Roman" pitchFamily="18" charset="0"/>
                <a:cs typeface="Times New Roman" pitchFamily="18" charset="0"/>
              </a:rPr>
              <a:t> </a:t>
            </a:r>
            <a:r>
              <a:rPr lang="en-IN" sz="2000" spc="11" dirty="0">
                <a:latin typeface="Times New Roman" pitchFamily="18" charset="0"/>
                <a:cs typeface="Times New Roman" pitchFamily="18" charset="0"/>
              </a:rPr>
              <a:t>__</a:t>
            </a:r>
            <a:r>
              <a:rPr lang="en-IN" sz="2000" spc="11" dirty="0" err="1">
                <a:latin typeface="Times New Roman" pitchFamily="18" charset="0"/>
                <a:cs typeface="Times New Roman" pitchFamily="18" charset="0"/>
              </a:rPr>
              <a:t>iter</a:t>
            </a:r>
            <a:r>
              <a:rPr lang="en-IN" sz="2000" spc="11" dirty="0">
                <a:latin typeface="Times New Roman" pitchFamily="18" charset="0"/>
                <a:cs typeface="Times New Roman" pitchFamily="18" charset="0"/>
              </a:rPr>
              <a:t>__()</a:t>
            </a:r>
            <a:r>
              <a:rPr lang="en-IN" sz="2000" spc="24" dirty="0">
                <a:latin typeface="Times New Roman" pitchFamily="18" charset="0"/>
                <a:cs typeface="Times New Roman" pitchFamily="18" charset="0"/>
              </a:rPr>
              <a:t> </a:t>
            </a:r>
            <a:r>
              <a:rPr lang="en-IN" sz="2000" spc="62" dirty="0">
                <a:latin typeface="Times New Roman" pitchFamily="18" charset="0"/>
                <a:cs typeface="Times New Roman" pitchFamily="18" charset="0"/>
              </a:rPr>
              <a:t>method)  </a:t>
            </a:r>
            <a:r>
              <a:rPr lang="en-IN" sz="2000" spc="38" dirty="0">
                <a:latin typeface="Times New Roman" pitchFamily="18" charset="0"/>
                <a:cs typeface="Times New Roman" pitchFamily="18" charset="0"/>
              </a:rPr>
              <a:t>returns </a:t>
            </a:r>
            <a:r>
              <a:rPr lang="en-IN" sz="2000" spc="55" dirty="0">
                <a:latin typeface="Times New Roman" pitchFamily="18" charset="0"/>
                <a:cs typeface="Times New Roman" pitchFamily="18" charset="0"/>
              </a:rPr>
              <a:t>an </a:t>
            </a:r>
            <a:r>
              <a:rPr lang="en-IN" sz="2000" spc="31" dirty="0">
                <a:latin typeface="Times New Roman" pitchFamily="18" charset="0"/>
                <a:cs typeface="Times New Roman" pitchFamily="18" charset="0"/>
              </a:rPr>
              <a:t>iterator </a:t>
            </a:r>
            <a:r>
              <a:rPr lang="en-IN" sz="2000" spc="65" dirty="0">
                <a:latin typeface="Times New Roman" pitchFamily="18" charset="0"/>
                <a:cs typeface="Times New Roman" pitchFamily="18" charset="0"/>
              </a:rPr>
              <a:t>from</a:t>
            </a:r>
            <a:r>
              <a:rPr lang="en-IN" sz="2000" spc="-62" dirty="0">
                <a:latin typeface="Times New Roman" pitchFamily="18" charset="0"/>
                <a:cs typeface="Times New Roman" pitchFamily="18" charset="0"/>
              </a:rPr>
              <a:t> </a:t>
            </a:r>
            <a:r>
              <a:rPr lang="en-IN" sz="2000" spc="44" dirty="0">
                <a:latin typeface="Times New Roman" pitchFamily="18" charset="0"/>
                <a:cs typeface="Times New Roman" pitchFamily="18" charset="0"/>
              </a:rPr>
              <a:t>them.</a:t>
            </a:r>
            <a:endParaRPr lang="en-IN" sz="2000"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675943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752DD-7D24-49AF-9B3F-DC23357C00CE}"/>
              </a:ext>
            </a:extLst>
          </p:cNvPr>
          <p:cNvSpPr>
            <a:spLocks noGrp="1"/>
          </p:cNvSpPr>
          <p:nvPr>
            <p:ph type="title"/>
          </p:nvPr>
        </p:nvSpPr>
        <p:spPr/>
        <p:txBody>
          <a:bodyPr/>
          <a:lstStyle/>
          <a:p>
            <a:r>
              <a:rPr lang="en-IN" dirty="0"/>
              <a:t>Iterating through an iterator</a:t>
            </a:r>
          </a:p>
        </p:txBody>
      </p:sp>
      <p:sp>
        <p:nvSpPr>
          <p:cNvPr id="3" name="Content Placeholder 2">
            <a:extLst>
              <a:ext uri="{FF2B5EF4-FFF2-40B4-BE49-F238E27FC236}">
                <a16:creationId xmlns:a16="http://schemas.microsoft.com/office/drawing/2014/main" id="{D14A9A7E-A996-4890-924F-7B12D4B1217D}"/>
              </a:ext>
            </a:extLst>
          </p:cNvPr>
          <p:cNvSpPr>
            <a:spLocks noGrp="1"/>
          </p:cNvSpPr>
          <p:nvPr>
            <p:ph idx="1"/>
          </p:nvPr>
        </p:nvSpPr>
        <p:spPr/>
        <p:txBody>
          <a:bodyPr>
            <a:normAutofit/>
          </a:bodyPr>
          <a:lstStyle/>
          <a:p>
            <a:r>
              <a:rPr lang="en-IN" spc="58" dirty="0">
                <a:solidFill>
                  <a:schemeClr val="tx1"/>
                </a:solidFill>
                <a:latin typeface="Times New Roman" pitchFamily="18" charset="0"/>
                <a:cs typeface="Times New Roman" pitchFamily="18" charset="0"/>
              </a:rPr>
              <a:t>W</a:t>
            </a:r>
            <a:r>
              <a:rPr lang="en-IN" sz="1600" spc="58" dirty="0">
                <a:solidFill>
                  <a:schemeClr val="tx1"/>
                </a:solidFill>
                <a:latin typeface="Times New Roman" pitchFamily="18" charset="0"/>
                <a:cs typeface="Times New Roman" pitchFamily="18" charset="0"/>
              </a:rPr>
              <a:t>E </a:t>
            </a:r>
            <a:r>
              <a:rPr lang="en-IN" sz="1600" spc="95" dirty="0">
                <a:solidFill>
                  <a:schemeClr val="tx1"/>
                </a:solidFill>
                <a:latin typeface="Times New Roman" pitchFamily="18" charset="0"/>
                <a:cs typeface="Times New Roman" pitchFamily="18" charset="0"/>
              </a:rPr>
              <a:t>USE </a:t>
            </a:r>
            <a:r>
              <a:rPr lang="en-IN" sz="1600" spc="113" dirty="0">
                <a:solidFill>
                  <a:schemeClr val="tx1"/>
                </a:solidFill>
                <a:latin typeface="Times New Roman" pitchFamily="18" charset="0"/>
                <a:cs typeface="Times New Roman" pitchFamily="18" charset="0"/>
              </a:rPr>
              <a:t>THE </a:t>
            </a:r>
            <a:r>
              <a:rPr lang="en-IN" sz="1600" spc="95" dirty="0">
                <a:solidFill>
                  <a:schemeClr val="tx1"/>
                </a:solidFill>
                <a:latin typeface="Times New Roman" pitchFamily="18" charset="0"/>
                <a:cs typeface="Times New Roman" pitchFamily="18" charset="0"/>
              </a:rPr>
              <a:t>NEXT</a:t>
            </a:r>
            <a:r>
              <a:rPr lang="en-IN" spc="95" dirty="0">
                <a:solidFill>
                  <a:schemeClr val="tx1"/>
                </a:solidFill>
                <a:latin typeface="Times New Roman" pitchFamily="18" charset="0"/>
                <a:cs typeface="Times New Roman" pitchFamily="18" charset="0"/>
              </a:rPr>
              <a:t>() </a:t>
            </a:r>
            <a:r>
              <a:rPr lang="en-IN" sz="1600" spc="68" dirty="0">
                <a:solidFill>
                  <a:schemeClr val="tx1"/>
                </a:solidFill>
                <a:latin typeface="Times New Roman" pitchFamily="18" charset="0"/>
                <a:cs typeface="Times New Roman" pitchFamily="18" charset="0"/>
              </a:rPr>
              <a:t>FUNCTION </a:t>
            </a:r>
            <a:r>
              <a:rPr lang="en-IN" sz="1600" spc="99" dirty="0">
                <a:solidFill>
                  <a:schemeClr val="tx1"/>
                </a:solidFill>
                <a:latin typeface="Times New Roman" pitchFamily="18" charset="0"/>
                <a:cs typeface="Times New Roman" pitchFamily="18" charset="0"/>
              </a:rPr>
              <a:t>TO </a:t>
            </a:r>
            <a:r>
              <a:rPr lang="en-IN" sz="1600" spc="65" dirty="0">
                <a:solidFill>
                  <a:schemeClr val="tx1"/>
                </a:solidFill>
                <a:latin typeface="Times New Roman" pitchFamily="18" charset="0"/>
                <a:cs typeface="Times New Roman" pitchFamily="18" charset="0"/>
              </a:rPr>
              <a:t>MANUALLY </a:t>
            </a:r>
            <a:r>
              <a:rPr lang="en-IN" sz="1600" spc="85" dirty="0">
                <a:solidFill>
                  <a:schemeClr val="tx1"/>
                </a:solidFill>
                <a:latin typeface="Times New Roman" pitchFamily="18" charset="0"/>
                <a:cs typeface="Times New Roman" pitchFamily="18" charset="0"/>
              </a:rPr>
              <a:t>ITERATE </a:t>
            </a:r>
            <a:r>
              <a:rPr lang="en-IN" sz="1600" spc="77" dirty="0">
                <a:solidFill>
                  <a:schemeClr val="tx1"/>
                </a:solidFill>
                <a:latin typeface="Times New Roman" pitchFamily="18" charset="0"/>
                <a:cs typeface="Times New Roman" pitchFamily="18" charset="0"/>
              </a:rPr>
              <a:t>THROUGH </a:t>
            </a:r>
            <a:r>
              <a:rPr lang="en-IN" sz="1600" spc="126" dirty="0">
                <a:solidFill>
                  <a:schemeClr val="tx1"/>
                </a:solidFill>
                <a:latin typeface="Times New Roman" pitchFamily="18" charset="0"/>
                <a:cs typeface="Times New Roman" pitchFamily="18" charset="0"/>
              </a:rPr>
              <a:t>ALL </a:t>
            </a:r>
            <a:r>
              <a:rPr lang="en-IN" sz="1600" spc="113" dirty="0">
                <a:solidFill>
                  <a:schemeClr val="tx1"/>
                </a:solidFill>
                <a:latin typeface="Times New Roman" pitchFamily="18" charset="0"/>
                <a:cs typeface="Times New Roman" pitchFamily="18" charset="0"/>
              </a:rPr>
              <a:t>THE  </a:t>
            </a:r>
            <a:r>
              <a:rPr lang="en-IN" sz="1600" spc="89" dirty="0">
                <a:solidFill>
                  <a:schemeClr val="tx1"/>
                </a:solidFill>
                <a:latin typeface="Times New Roman" pitchFamily="18" charset="0"/>
                <a:cs typeface="Times New Roman" pitchFamily="18" charset="0"/>
              </a:rPr>
              <a:t>ITEMS </a:t>
            </a:r>
            <a:r>
              <a:rPr lang="en-IN" sz="1600" spc="71" dirty="0">
                <a:solidFill>
                  <a:schemeClr val="tx1"/>
                </a:solidFill>
                <a:latin typeface="Times New Roman" pitchFamily="18" charset="0"/>
                <a:cs typeface="Times New Roman" pitchFamily="18" charset="0"/>
              </a:rPr>
              <a:t>OF AN ITERATOR</a:t>
            </a:r>
            <a:r>
              <a:rPr lang="en-IN" spc="71" dirty="0">
                <a:solidFill>
                  <a:schemeClr val="tx1"/>
                </a:solidFill>
                <a:latin typeface="Times New Roman" pitchFamily="18" charset="0"/>
                <a:cs typeface="Times New Roman" pitchFamily="18" charset="0"/>
              </a:rPr>
              <a:t>. </a:t>
            </a:r>
            <a:r>
              <a:rPr lang="en-IN" spc="68" dirty="0">
                <a:solidFill>
                  <a:schemeClr val="tx1"/>
                </a:solidFill>
                <a:latin typeface="Times New Roman" pitchFamily="18" charset="0"/>
                <a:cs typeface="Times New Roman" pitchFamily="18" charset="0"/>
              </a:rPr>
              <a:t>W</a:t>
            </a:r>
            <a:r>
              <a:rPr lang="en-IN" sz="1600" spc="68" dirty="0">
                <a:solidFill>
                  <a:schemeClr val="tx1"/>
                </a:solidFill>
                <a:latin typeface="Times New Roman" pitchFamily="18" charset="0"/>
                <a:cs typeface="Times New Roman" pitchFamily="18" charset="0"/>
              </a:rPr>
              <a:t>HEN </a:t>
            </a:r>
            <a:r>
              <a:rPr lang="en-IN" sz="1600" spc="41" dirty="0">
                <a:solidFill>
                  <a:schemeClr val="tx1"/>
                </a:solidFill>
                <a:latin typeface="Times New Roman" pitchFamily="18" charset="0"/>
                <a:cs typeface="Times New Roman" pitchFamily="18" charset="0"/>
              </a:rPr>
              <a:t>WE </a:t>
            </a:r>
            <a:r>
              <a:rPr lang="en-IN" sz="1600" spc="95" dirty="0">
                <a:solidFill>
                  <a:schemeClr val="tx1"/>
                </a:solidFill>
                <a:latin typeface="Times New Roman" pitchFamily="18" charset="0"/>
                <a:cs typeface="Times New Roman" pitchFamily="18" charset="0"/>
              </a:rPr>
              <a:t>REACH </a:t>
            </a:r>
            <a:r>
              <a:rPr lang="en-IN" sz="1600" spc="113" dirty="0">
                <a:solidFill>
                  <a:schemeClr val="tx1"/>
                </a:solidFill>
                <a:latin typeface="Times New Roman" pitchFamily="18" charset="0"/>
                <a:cs typeface="Times New Roman" pitchFamily="18" charset="0"/>
              </a:rPr>
              <a:t>THE </a:t>
            </a:r>
            <a:r>
              <a:rPr lang="en-IN" sz="1600" spc="65" dirty="0">
                <a:solidFill>
                  <a:schemeClr val="tx1"/>
                </a:solidFill>
                <a:latin typeface="Times New Roman" pitchFamily="18" charset="0"/>
                <a:cs typeface="Times New Roman" pitchFamily="18" charset="0"/>
              </a:rPr>
              <a:t>END </a:t>
            </a:r>
            <a:r>
              <a:rPr lang="en-IN" sz="1600" spc="55" dirty="0">
                <a:solidFill>
                  <a:schemeClr val="tx1"/>
                </a:solidFill>
                <a:latin typeface="Times New Roman" pitchFamily="18" charset="0"/>
                <a:cs typeface="Times New Roman" pitchFamily="18" charset="0"/>
              </a:rPr>
              <a:t>AND </a:t>
            </a:r>
            <a:r>
              <a:rPr lang="en-IN" sz="1600" spc="106" dirty="0">
                <a:solidFill>
                  <a:schemeClr val="tx1"/>
                </a:solidFill>
                <a:latin typeface="Times New Roman" pitchFamily="18" charset="0"/>
                <a:cs typeface="Times New Roman" pitchFamily="18" charset="0"/>
              </a:rPr>
              <a:t>THERE </a:t>
            </a:r>
            <a:r>
              <a:rPr lang="en-IN" sz="1600" spc="82" dirty="0">
                <a:solidFill>
                  <a:schemeClr val="tx1"/>
                </a:solidFill>
                <a:latin typeface="Times New Roman" pitchFamily="18" charset="0"/>
                <a:cs typeface="Times New Roman" pitchFamily="18" charset="0"/>
              </a:rPr>
              <a:t>IS </a:t>
            </a:r>
            <a:r>
              <a:rPr lang="en-IN" sz="1600" spc="44" dirty="0">
                <a:solidFill>
                  <a:schemeClr val="tx1"/>
                </a:solidFill>
                <a:latin typeface="Times New Roman" pitchFamily="18" charset="0"/>
                <a:cs typeface="Times New Roman" pitchFamily="18" charset="0"/>
              </a:rPr>
              <a:t>NO  </a:t>
            </a:r>
            <a:r>
              <a:rPr lang="en-IN" sz="1600" spc="65" dirty="0">
                <a:solidFill>
                  <a:schemeClr val="tx1"/>
                </a:solidFill>
                <a:latin typeface="Times New Roman" pitchFamily="18" charset="0"/>
                <a:cs typeface="Times New Roman" pitchFamily="18" charset="0"/>
              </a:rPr>
              <a:t>MORE DATA </a:t>
            </a:r>
            <a:r>
              <a:rPr lang="en-IN" sz="1600" spc="99" dirty="0">
                <a:solidFill>
                  <a:schemeClr val="tx1"/>
                </a:solidFill>
                <a:latin typeface="Times New Roman" pitchFamily="18" charset="0"/>
                <a:cs typeface="Times New Roman" pitchFamily="18" charset="0"/>
              </a:rPr>
              <a:t>TO BE </a:t>
            </a:r>
            <a:r>
              <a:rPr lang="en-IN" sz="1600" spc="65" dirty="0">
                <a:solidFill>
                  <a:schemeClr val="tx1"/>
                </a:solidFill>
                <a:latin typeface="Times New Roman" pitchFamily="18" charset="0"/>
                <a:cs typeface="Times New Roman" pitchFamily="18" charset="0"/>
              </a:rPr>
              <a:t>RETURNED</a:t>
            </a:r>
            <a:r>
              <a:rPr lang="en-IN" spc="65" dirty="0">
                <a:solidFill>
                  <a:schemeClr val="tx1"/>
                </a:solidFill>
                <a:latin typeface="Times New Roman" pitchFamily="18" charset="0"/>
                <a:cs typeface="Times New Roman" pitchFamily="18" charset="0"/>
              </a:rPr>
              <a:t>, </a:t>
            </a:r>
            <a:r>
              <a:rPr lang="en-IN" sz="1600" spc="65" dirty="0">
                <a:solidFill>
                  <a:schemeClr val="tx1"/>
                </a:solidFill>
                <a:latin typeface="Times New Roman" pitchFamily="18" charset="0"/>
                <a:cs typeface="Times New Roman" pitchFamily="18" charset="0"/>
              </a:rPr>
              <a:t>IT </a:t>
            </a:r>
            <a:r>
              <a:rPr lang="en-IN" sz="1600" spc="75" dirty="0">
                <a:solidFill>
                  <a:schemeClr val="tx1"/>
                </a:solidFill>
                <a:latin typeface="Times New Roman" pitchFamily="18" charset="0"/>
                <a:cs typeface="Times New Roman" pitchFamily="18" charset="0"/>
              </a:rPr>
              <a:t>WILL </a:t>
            </a:r>
            <a:r>
              <a:rPr lang="en-IN" sz="1600" spc="92" dirty="0">
                <a:solidFill>
                  <a:schemeClr val="tx1"/>
                </a:solidFill>
                <a:latin typeface="Times New Roman" pitchFamily="18" charset="0"/>
                <a:cs typeface="Times New Roman" pitchFamily="18" charset="0"/>
              </a:rPr>
              <a:t>RAISE</a:t>
            </a:r>
            <a:r>
              <a:rPr lang="en-IN" sz="1600" spc="245" dirty="0">
                <a:solidFill>
                  <a:schemeClr val="tx1"/>
                </a:solidFill>
                <a:latin typeface="Times New Roman" pitchFamily="18" charset="0"/>
                <a:cs typeface="Times New Roman" pitchFamily="18" charset="0"/>
              </a:rPr>
              <a:t> </a:t>
            </a:r>
            <a:r>
              <a:rPr lang="en-IN" spc="82" dirty="0">
                <a:solidFill>
                  <a:schemeClr val="tx1"/>
                </a:solidFill>
                <a:latin typeface="Times New Roman" pitchFamily="18" charset="0"/>
                <a:cs typeface="Times New Roman" pitchFamily="18" charset="0"/>
              </a:rPr>
              <a:t>S</a:t>
            </a:r>
            <a:r>
              <a:rPr lang="en-IN" sz="1600" spc="82" dirty="0">
                <a:solidFill>
                  <a:schemeClr val="tx1"/>
                </a:solidFill>
                <a:latin typeface="Times New Roman" pitchFamily="18" charset="0"/>
                <a:cs typeface="Times New Roman" pitchFamily="18" charset="0"/>
              </a:rPr>
              <a:t>TOP</a:t>
            </a:r>
            <a:r>
              <a:rPr lang="en-IN" spc="82" dirty="0">
                <a:solidFill>
                  <a:schemeClr val="tx1"/>
                </a:solidFill>
                <a:latin typeface="Times New Roman" pitchFamily="18" charset="0"/>
                <a:cs typeface="Times New Roman" pitchFamily="18" charset="0"/>
              </a:rPr>
              <a:t>I</a:t>
            </a:r>
            <a:r>
              <a:rPr lang="en-IN" sz="1600" spc="82" dirty="0">
                <a:solidFill>
                  <a:schemeClr val="tx1"/>
                </a:solidFill>
                <a:latin typeface="Times New Roman" pitchFamily="18" charset="0"/>
                <a:cs typeface="Times New Roman" pitchFamily="18" charset="0"/>
              </a:rPr>
              <a:t>TERATION</a:t>
            </a:r>
            <a:r>
              <a:rPr lang="en-IN" sz="1600" spc="82" dirty="0">
                <a:solidFill>
                  <a:schemeClr val="tx1"/>
                </a:solidFill>
              </a:rPr>
              <a:t>.</a:t>
            </a:r>
          </a:p>
          <a:p>
            <a:pPr marL="0" indent="0">
              <a:buNone/>
            </a:pPr>
            <a:endParaRPr lang="en-IN" sz="1600" dirty="0"/>
          </a:p>
        </p:txBody>
      </p:sp>
      <p:sp>
        <p:nvSpPr>
          <p:cNvPr id="5" name="TextBox 4">
            <a:extLst>
              <a:ext uri="{FF2B5EF4-FFF2-40B4-BE49-F238E27FC236}">
                <a16:creationId xmlns:a16="http://schemas.microsoft.com/office/drawing/2014/main" id="{8C5BC387-C720-4D6E-A4A4-43002A9E37A2}"/>
              </a:ext>
            </a:extLst>
          </p:cNvPr>
          <p:cNvSpPr txBox="1"/>
          <p:nvPr/>
        </p:nvSpPr>
        <p:spPr>
          <a:xfrm>
            <a:off x="1779104" y="4109039"/>
            <a:ext cx="6102626" cy="369332"/>
          </a:xfrm>
          <a:prstGeom prst="rect">
            <a:avLst/>
          </a:prstGeom>
          <a:noFill/>
        </p:spPr>
        <p:txBody>
          <a:bodyPr wrap="square">
            <a:spAutoFit/>
          </a:bodyPr>
          <a:lstStyle/>
          <a:p>
            <a:r>
              <a:rPr lang="en-IN" dirty="0"/>
              <a:t>https://www.programiz.com/python-programming/iterator</a:t>
            </a:r>
          </a:p>
        </p:txBody>
      </p:sp>
    </p:spTree>
    <p:extLst>
      <p:ext uri="{BB962C8B-B14F-4D97-AF65-F5344CB8AC3E}">
        <p14:creationId xmlns:p14="http://schemas.microsoft.com/office/powerpoint/2010/main" val="22956998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984FA3-B22C-46B5-8BB3-375E010A50CE}"/>
              </a:ext>
            </a:extLst>
          </p:cNvPr>
          <p:cNvSpPr txBox="1"/>
          <p:nvPr/>
        </p:nvSpPr>
        <p:spPr>
          <a:xfrm>
            <a:off x="803537" y="154492"/>
            <a:ext cx="8062168" cy="6186309"/>
          </a:xfrm>
          <a:prstGeom prst="rect">
            <a:avLst/>
          </a:prstGeom>
          <a:noFill/>
        </p:spPr>
        <p:txBody>
          <a:bodyPr wrap="square">
            <a:spAutoFit/>
          </a:bodyPr>
          <a:lstStyle/>
          <a:p>
            <a:r>
              <a:rPr lang="en-IN" sz="1600" dirty="0"/>
              <a:t># define a list</a:t>
            </a:r>
          </a:p>
          <a:p>
            <a:r>
              <a:rPr lang="en-IN" sz="1600" dirty="0" err="1"/>
              <a:t>my_list</a:t>
            </a:r>
            <a:r>
              <a:rPr lang="en-IN" sz="1600" dirty="0"/>
              <a:t> = [4, 7, 0, 3]</a:t>
            </a:r>
          </a:p>
          <a:p>
            <a:endParaRPr lang="en-IN" sz="1600" dirty="0"/>
          </a:p>
          <a:p>
            <a:r>
              <a:rPr lang="en-IN" sz="1600" dirty="0"/>
              <a:t># get an iterator using </a:t>
            </a:r>
            <a:r>
              <a:rPr lang="en-IN" sz="1600" dirty="0" err="1"/>
              <a:t>iter</a:t>
            </a:r>
            <a:r>
              <a:rPr lang="en-IN" sz="1600" dirty="0"/>
              <a:t>()</a:t>
            </a:r>
          </a:p>
          <a:p>
            <a:r>
              <a:rPr lang="en-IN" sz="1600" dirty="0" err="1"/>
              <a:t>my_iter</a:t>
            </a:r>
            <a:r>
              <a:rPr lang="en-IN" sz="1600" dirty="0"/>
              <a:t> = </a:t>
            </a:r>
            <a:r>
              <a:rPr lang="en-IN" sz="1600" dirty="0" err="1"/>
              <a:t>iter</a:t>
            </a:r>
            <a:r>
              <a:rPr lang="en-IN" sz="1600" dirty="0"/>
              <a:t>(</a:t>
            </a:r>
            <a:r>
              <a:rPr lang="en-IN" sz="1600" dirty="0" err="1"/>
              <a:t>my_list</a:t>
            </a:r>
            <a:r>
              <a:rPr lang="en-IN" sz="1600" dirty="0"/>
              <a:t>)</a:t>
            </a:r>
          </a:p>
          <a:p>
            <a:endParaRPr lang="en-IN" sz="1600" dirty="0"/>
          </a:p>
          <a:p>
            <a:r>
              <a:rPr lang="en-IN" sz="1600" dirty="0"/>
              <a:t># iterate through it using next()</a:t>
            </a:r>
          </a:p>
          <a:p>
            <a:endParaRPr lang="en-IN" sz="1600" dirty="0"/>
          </a:p>
          <a:p>
            <a:r>
              <a:rPr lang="en-IN" sz="1600" dirty="0"/>
              <a:t># Output: 4</a:t>
            </a:r>
          </a:p>
          <a:p>
            <a:r>
              <a:rPr lang="en-IN" sz="1600" dirty="0"/>
              <a:t>print(next(</a:t>
            </a:r>
            <a:r>
              <a:rPr lang="en-IN" sz="1600" dirty="0" err="1"/>
              <a:t>my_iter</a:t>
            </a:r>
            <a:r>
              <a:rPr lang="en-IN" sz="1600" dirty="0"/>
              <a:t>))</a:t>
            </a:r>
          </a:p>
          <a:p>
            <a:endParaRPr lang="en-IN" sz="1600" dirty="0"/>
          </a:p>
          <a:p>
            <a:r>
              <a:rPr lang="en-IN" sz="1600" dirty="0"/>
              <a:t># Output: 7</a:t>
            </a:r>
          </a:p>
          <a:p>
            <a:r>
              <a:rPr lang="en-IN" sz="1600" dirty="0"/>
              <a:t>print(next(</a:t>
            </a:r>
            <a:r>
              <a:rPr lang="en-IN" sz="1600" dirty="0" err="1"/>
              <a:t>my_iter</a:t>
            </a:r>
            <a:r>
              <a:rPr lang="en-IN" sz="1600" dirty="0"/>
              <a:t>))</a:t>
            </a:r>
          </a:p>
          <a:p>
            <a:endParaRPr lang="en-IN" sz="1600" dirty="0"/>
          </a:p>
          <a:p>
            <a:r>
              <a:rPr lang="en-IN" sz="1600" dirty="0"/>
              <a:t># next(</a:t>
            </a:r>
            <a:r>
              <a:rPr lang="en-IN" sz="1600" dirty="0" err="1"/>
              <a:t>obj</a:t>
            </a:r>
            <a:r>
              <a:rPr lang="en-IN" sz="1600" dirty="0"/>
              <a:t>) is same as </a:t>
            </a:r>
            <a:r>
              <a:rPr lang="en-IN" sz="1600" dirty="0" err="1"/>
              <a:t>obj</a:t>
            </a:r>
            <a:r>
              <a:rPr lang="en-IN" sz="1600" dirty="0"/>
              <a:t>.__next__()</a:t>
            </a:r>
          </a:p>
          <a:p>
            <a:endParaRPr lang="en-IN" sz="1600" dirty="0"/>
          </a:p>
          <a:p>
            <a:r>
              <a:rPr lang="en-IN" sz="1600" dirty="0"/>
              <a:t># Output: 0</a:t>
            </a:r>
          </a:p>
          <a:p>
            <a:r>
              <a:rPr lang="en-IN" sz="1600" dirty="0"/>
              <a:t>print(my_</a:t>
            </a:r>
            <a:r>
              <a:rPr lang="en-IN" sz="1600" dirty="0" err="1"/>
              <a:t>iter</a:t>
            </a:r>
            <a:r>
              <a:rPr lang="en-IN" sz="1600" dirty="0"/>
              <a:t>.__next__())</a:t>
            </a:r>
          </a:p>
          <a:p>
            <a:endParaRPr lang="en-IN" sz="1600" dirty="0"/>
          </a:p>
          <a:p>
            <a:r>
              <a:rPr lang="en-IN" sz="1600" dirty="0"/>
              <a:t># Output: 3</a:t>
            </a:r>
          </a:p>
          <a:p>
            <a:r>
              <a:rPr lang="en-IN" sz="1600" dirty="0"/>
              <a:t>print(my_</a:t>
            </a:r>
            <a:r>
              <a:rPr lang="en-IN" sz="1600" dirty="0" err="1"/>
              <a:t>iter</a:t>
            </a:r>
            <a:r>
              <a:rPr lang="en-IN" sz="1600" dirty="0"/>
              <a:t>.__next__())</a:t>
            </a:r>
          </a:p>
          <a:p>
            <a:endParaRPr lang="en-IN" sz="1600" dirty="0"/>
          </a:p>
          <a:p>
            <a:r>
              <a:rPr lang="en-IN" sz="1600" dirty="0"/>
              <a:t># This will raise error, no items left</a:t>
            </a:r>
          </a:p>
          <a:p>
            <a:r>
              <a:rPr lang="en-IN" sz="1600" dirty="0"/>
              <a:t>next(</a:t>
            </a:r>
            <a:r>
              <a:rPr lang="en-IN" sz="1600" dirty="0" err="1"/>
              <a:t>my_iter</a:t>
            </a:r>
            <a:r>
              <a:rPr lang="en-IN" sz="1600" dirty="0"/>
              <a:t>)</a:t>
            </a:r>
          </a:p>
        </p:txBody>
      </p:sp>
    </p:spTree>
    <p:extLst>
      <p:ext uri="{BB962C8B-B14F-4D97-AF65-F5344CB8AC3E}">
        <p14:creationId xmlns:p14="http://schemas.microsoft.com/office/powerpoint/2010/main" val="30176274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48ABB-1831-4892-B3F0-705E9CD7FDFB}"/>
              </a:ext>
            </a:extLst>
          </p:cNvPr>
          <p:cNvSpPr>
            <a:spLocks noGrp="1"/>
          </p:cNvSpPr>
          <p:nvPr>
            <p:ph type="title"/>
          </p:nvPr>
        </p:nvSpPr>
        <p:spPr/>
        <p:txBody>
          <a:bodyPr/>
          <a:lstStyle/>
          <a:p>
            <a:r>
              <a:rPr lang="en-IN" dirty="0"/>
              <a:t>Python Anonymous/ Lambda function</a:t>
            </a:r>
          </a:p>
        </p:txBody>
      </p:sp>
      <p:sp>
        <p:nvSpPr>
          <p:cNvPr id="3" name="Content Placeholder 2">
            <a:extLst>
              <a:ext uri="{FF2B5EF4-FFF2-40B4-BE49-F238E27FC236}">
                <a16:creationId xmlns:a16="http://schemas.microsoft.com/office/drawing/2014/main" id="{7599B160-090D-48A2-B6BF-6E6EA88D37DE}"/>
              </a:ext>
            </a:extLst>
          </p:cNvPr>
          <p:cNvSpPr>
            <a:spLocks noGrp="1"/>
          </p:cNvSpPr>
          <p:nvPr>
            <p:ph idx="1"/>
          </p:nvPr>
        </p:nvSpPr>
        <p:spPr>
          <a:xfrm>
            <a:off x="1451579" y="2015732"/>
            <a:ext cx="9603275" cy="4037749"/>
          </a:xfrm>
        </p:spPr>
        <p:txBody>
          <a:bodyPr/>
          <a:lstStyle/>
          <a:p>
            <a:pPr algn="l"/>
            <a:r>
              <a:rPr lang="en-IN" b="0" i="0" dirty="0">
                <a:effectLst/>
                <a:latin typeface="euclid_circular_a"/>
              </a:rPr>
              <a:t>In Python, an anonymous function is a </a:t>
            </a:r>
            <a:r>
              <a:rPr lang="en-IN" b="0" i="0" u="none" strike="noStrike" dirty="0">
                <a:solidFill>
                  <a:srgbClr val="0556F3"/>
                </a:solidFill>
                <a:effectLst/>
                <a:latin typeface="euclid_circular_a"/>
                <a:hlinkClick r:id="rId2"/>
              </a:rPr>
              <a:t>function</a:t>
            </a:r>
            <a:r>
              <a:rPr lang="en-IN" b="0" i="0" dirty="0">
                <a:effectLst/>
                <a:latin typeface="euclid_circular_a"/>
              </a:rPr>
              <a:t> that is defined without a name.</a:t>
            </a:r>
          </a:p>
          <a:p>
            <a:pPr algn="l"/>
            <a:r>
              <a:rPr lang="en-IN" b="0" i="0" dirty="0">
                <a:effectLst/>
                <a:latin typeface="euclid_circular_a"/>
              </a:rPr>
              <a:t>While normal functions are defined using the </a:t>
            </a:r>
            <a:r>
              <a:rPr lang="en-IN" b="1" i="0" dirty="0">
                <a:effectLst/>
                <a:latin typeface="euclid_circular_a"/>
              </a:rPr>
              <a:t>def </a:t>
            </a:r>
            <a:r>
              <a:rPr lang="en-IN" b="0" i="0" dirty="0">
                <a:effectLst/>
                <a:latin typeface="euclid_circular_a"/>
              </a:rPr>
              <a:t>keyword in Python, anonymous functions are defined using the </a:t>
            </a:r>
            <a:r>
              <a:rPr lang="en-IN" b="1" i="0" dirty="0">
                <a:effectLst/>
                <a:latin typeface="euclid_circular_a"/>
              </a:rPr>
              <a:t>lambda</a:t>
            </a:r>
            <a:r>
              <a:rPr lang="en-IN" b="0" i="0" dirty="0">
                <a:effectLst/>
                <a:latin typeface="euclid_circular_a"/>
              </a:rPr>
              <a:t> keyword.</a:t>
            </a:r>
          </a:p>
          <a:p>
            <a:pPr algn="l"/>
            <a:r>
              <a:rPr lang="en-IN" b="0" i="0" dirty="0">
                <a:effectLst/>
                <a:latin typeface="euclid_circular_a"/>
              </a:rPr>
              <a:t>Hence, anonymous functions are also called lambda functions.</a:t>
            </a:r>
            <a:endParaRPr lang="en-IN" dirty="0">
              <a:latin typeface="euclid_circular_a"/>
            </a:endParaRPr>
          </a:p>
          <a:p>
            <a:r>
              <a:rPr lang="en-IN" b="1" i="0" dirty="0">
                <a:solidFill>
                  <a:srgbClr val="25265E"/>
                </a:solidFill>
                <a:effectLst/>
                <a:latin typeface="euclid_circular_a"/>
              </a:rPr>
              <a:t>Syntax of Lambda Function</a:t>
            </a:r>
          </a:p>
          <a:p>
            <a:pPr marL="0" indent="0" algn="l">
              <a:buNone/>
            </a:pPr>
            <a:r>
              <a:rPr lang="en-IN" b="1" i="0" dirty="0">
                <a:effectLst/>
                <a:latin typeface="euclid_circular_a"/>
              </a:rPr>
              <a:t>		lambda arguments: expression</a:t>
            </a:r>
          </a:p>
          <a:p>
            <a:r>
              <a:rPr lang="en-IN" b="0" i="0" dirty="0">
                <a:effectLst/>
                <a:latin typeface="euclid_circular_a"/>
              </a:rPr>
              <a:t>Lambda functions can have any number of arguments but only one expression. The expression is evaluated and returned. Lambda functions can be used wherever function objects are required.</a:t>
            </a:r>
            <a:endParaRPr lang="en-IN" b="1" i="0" dirty="0">
              <a:effectLst/>
              <a:latin typeface="euclid_circular_a"/>
            </a:endParaRPr>
          </a:p>
          <a:p>
            <a:endParaRPr lang="en-IN" dirty="0"/>
          </a:p>
        </p:txBody>
      </p:sp>
    </p:spTree>
    <p:extLst>
      <p:ext uri="{BB962C8B-B14F-4D97-AF65-F5344CB8AC3E}">
        <p14:creationId xmlns:p14="http://schemas.microsoft.com/office/powerpoint/2010/main" val="20517764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D3F8EBBE-9E87-4E15-B6A0-068480364031}"/>
              </a:ext>
            </a:extLst>
          </p:cNvPr>
          <p:cNvSpPr/>
          <p:nvPr/>
        </p:nvSpPr>
        <p:spPr>
          <a:xfrm>
            <a:off x="2491409" y="2955235"/>
            <a:ext cx="1616765" cy="569843"/>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679186E-DA72-419F-B739-659AE3CC2353}"/>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9B22935B-5967-4545-9675-80F48AE08E0B}"/>
              </a:ext>
            </a:extLst>
          </p:cNvPr>
          <p:cNvSpPr>
            <a:spLocks noGrp="1"/>
          </p:cNvSpPr>
          <p:nvPr>
            <p:ph idx="1"/>
          </p:nvPr>
        </p:nvSpPr>
        <p:spPr>
          <a:xfrm>
            <a:off x="1451579" y="2015732"/>
            <a:ext cx="9603275" cy="4226042"/>
          </a:xfrm>
        </p:spPr>
        <p:txBody>
          <a:bodyPr/>
          <a:lstStyle/>
          <a:p>
            <a:r>
              <a:rPr lang="en-IN" b="0" i="0" dirty="0">
                <a:effectLst/>
                <a:latin typeface="euclid_circular_a"/>
              </a:rPr>
              <a:t>Here is an example of lambda function that doubles the input value.</a:t>
            </a:r>
          </a:p>
          <a:p>
            <a:pPr marL="0" indent="0">
              <a:buNone/>
            </a:pPr>
            <a:r>
              <a:rPr lang="en-IN" dirty="0"/>
              <a:t># Program to show the use of lambda functions</a:t>
            </a:r>
          </a:p>
          <a:p>
            <a:pPr marL="0" indent="0">
              <a:buNone/>
            </a:pPr>
            <a:r>
              <a:rPr lang="en-IN" dirty="0"/>
              <a:t>double = lambda x: x * 2</a:t>
            </a:r>
          </a:p>
          <a:p>
            <a:pPr marL="0" indent="0">
              <a:buNone/>
            </a:pPr>
            <a:r>
              <a:rPr lang="en-IN" dirty="0"/>
              <a:t>print(double(5))</a:t>
            </a:r>
          </a:p>
          <a:p>
            <a:pPr marL="0" indent="0">
              <a:buNone/>
            </a:pPr>
            <a:endParaRPr lang="en-IN" dirty="0"/>
          </a:p>
          <a:p>
            <a:r>
              <a:rPr lang="en-IN" b="0" i="0" dirty="0">
                <a:effectLst/>
                <a:latin typeface="euclid_circular_a"/>
              </a:rPr>
              <a:t>This function has no name. It returns a function object which is assigned to the identifier </a:t>
            </a:r>
            <a:r>
              <a:rPr lang="en-IN" b="1" i="0" dirty="0">
                <a:effectLst/>
                <a:latin typeface="euclid_circular_a"/>
              </a:rPr>
              <a:t>double </a:t>
            </a:r>
            <a:endParaRPr lang="en-IN" b="1" dirty="0"/>
          </a:p>
        </p:txBody>
      </p:sp>
      <p:sp>
        <p:nvSpPr>
          <p:cNvPr id="5" name="Arrow: Down 4">
            <a:extLst>
              <a:ext uri="{FF2B5EF4-FFF2-40B4-BE49-F238E27FC236}">
                <a16:creationId xmlns:a16="http://schemas.microsoft.com/office/drawing/2014/main" id="{1ED27BE0-05BA-430F-A113-0797CC85B668}"/>
              </a:ext>
            </a:extLst>
          </p:cNvPr>
          <p:cNvSpPr/>
          <p:nvPr/>
        </p:nvSpPr>
        <p:spPr>
          <a:xfrm rot="5400000">
            <a:off x="4598504" y="2796208"/>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5B9D3577-8B9E-4095-9C93-61625F170CC9}"/>
              </a:ext>
            </a:extLst>
          </p:cNvPr>
          <p:cNvSpPr txBox="1"/>
          <p:nvPr/>
        </p:nvSpPr>
        <p:spPr>
          <a:xfrm>
            <a:off x="5571213" y="3100746"/>
            <a:ext cx="1787862" cy="923330"/>
          </a:xfrm>
          <a:prstGeom prst="rect">
            <a:avLst/>
          </a:prstGeom>
          <a:noFill/>
        </p:spPr>
        <p:txBody>
          <a:bodyPr wrap="none" rtlCol="0">
            <a:spAutoFit/>
          </a:bodyPr>
          <a:lstStyle/>
          <a:p>
            <a:r>
              <a:rPr lang="en-IN" dirty="0"/>
              <a:t>Lambda function</a:t>
            </a:r>
          </a:p>
          <a:p>
            <a:r>
              <a:rPr lang="en-IN" dirty="0"/>
              <a:t>x is argument</a:t>
            </a:r>
          </a:p>
          <a:p>
            <a:r>
              <a:rPr lang="en-IN" dirty="0"/>
              <a:t>x*2 is expression</a:t>
            </a:r>
          </a:p>
        </p:txBody>
      </p:sp>
    </p:spTree>
    <p:extLst>
      <p:ext uri="{BB962C8B-B14F-4D97-AF65-F5344CB8AC3E}">
        <p14:creationId xmlns:p14="http://schemas.microsoft.com/office/powerpoint/2010/main" val="21489728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113FF-CFFA-4735-AED7-402D02150283}"/>
              </a:ext>
            </a:extLst>
          </p:cNvPr>
          <p:cNvSpPr>
            <a:spLocks noGrp="1"/>
          </p:cNvSpPr>
          <p:nvPr>
            <p:ph type="title"/>
          </p:nvPr>
        </p:nvSpPr>
        <p:spPr/>
        <p:txBody>
          <a:bodyPr/>
          <a:lstStyle/>
          <a:p>
            <a:r>
              <a:rPr lang="en-IN" dirty="0"/>
              <a:t>Python Modules</a:t>
            </a:r>
          </a:p>
        </p:txBody>
      </p:sp>
      <p:sp>
        <p:nvSpPr>
          <p:cNvPr id="3" name="Content Placeholder 2">
            <a:extLst>
              <a:ext uri="{FF2B5EF4-FFF2-40B4-BE49-F238E27FC236}">
                <a16:creationId xmlns:a16="http://schemas.microsoft.com/office/drawing/2014/main" id="{A0BC6AE7-A478-4E02-ABBE-1D7D799B4947}"/>
              </a:ext>
            </a:extLst>
          </p:cNvPr>
          <p:cNvSpPr>
            <a:spLocks noGrp="1"/>
          </p:cNvSpPr>
          <p:nvPr>
            <p:ph idx="1"/>
          </p:nvPr>
        </p:nvSpPr>
        <p:spPr/>
        <p:txBody>
          <a:bodyPr>
            <a:normAutofit lnSpcReduction="10000"/>
          </a:bodyPr>
          <a:lstStyle/>
          <a:p>
            <a:pPr algn="l"/>
            <a:r>
              <a:rPr lang="en-IN" b="0" i="0" dirty="0">
                <a:effectLst/>
                <a:latin typeface="euclid_circular_a"/>
              </a:rPr>
              <a:t>Modules refer to a file containing Python statements and definitions.</a:t>
            </a:r>
          </a:p>
          <a:p>
            <a:pPr algn="l"/>
            <a:r>
              <a:rPr lang="en-IN" b="0" i="0" dirty="0">
                <a:effectLst/>
                <a:latin typeface="euclid_circular_a"/>
              </a:rPr>
              <a:t>A file containing Python code, for example: eg.py  is called a module, and its module name would be </a:t>
            </a:r>
            <a:r>
              <a:rPr lang="en-IN" b="0" i="0" dirty="0" err="1">
                <a:effectLst/>
                <a:latin typeface="euclid_circular_a"/>
              </a:rPr>
              <a:t>eg.</a:t>
            </a:r>
            <a:endParaRPr lang="en-IN" b="0" i="0" dirty="0">
              <a:effectLst/>
              <a:latin typeface="euclid_circular_a"/>
            </a:endParaRPr>
          </a:p>
          <a:p>
            <a:pPr algn="l"/>
            <a:r>
              <a:rPr lang="en-IN" b="0" i="0" dirty="0">
                <a:effectLst/>
                <a:latin typeface="euclid_circular_a"/>
              </a:rPr>
              <a:t>We use modules to break down large programs into small manageable and organized files. Furthermore, modules provide reusability of code.</a:t>
            </a:r>
          </a:p>
          <a:p>
            <a:pPr algn="l"/>
            <a:r>
              <a:rPr lang="en-IN" b="0" i="0" dirty="0">
                <a:effectLst/>
                <a:latin typeface="euclid_circular_a"/>
              </a:rPr>
              <a:t>We can define our most used functions in a module and import it, instead of copying their definitions into different programs.</a:t>
            </a:r>
          </a:p>
          <a:p>
            <a:pPr algn="l"/>
            <a:r>
              <a:rPr lang="en-IN" b="0" i="0" dirty="0">
                <a:effectLst/>
                <a:latin typeface="euclid_circular_a"/>
              </a:rPr>
              <a:t>Let us create a module. Type the following and save it as  eg.py</a:t>
            </a:r>
          </a:p>
          <a:p>
            <a:pPr algn="l"/>
            <a:endParaRPr lang="en-IN" b="0" i="0" dirty="0">
              <a:effectLst/>
              <a:latin typeface="euclid_circular_a"/>
            </a:endParaRPr>
          </a:p>
          <a:p>
            <a:endParaRPr lang="en-IN" dirty="0"/>
          </a:p>
        </p:txBody>
      </p:sp>
    </p:spTree>
    <p:extLst>
      <p:ext uri="{BB962C8B-B14F-4D97-AF65-F5344CB8AC3E}">
        <p14:creationId xmlns:p14="http://schemas.microsoft.com/office/powerpoint/2010/main" val="2252643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4EAFD-58FD-4CA9-BD9D-6251840AA51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5E9848-3233-4850-86C7-6F04FE579E0D}"/>
              </a:ext>
            </a:extLst>
          </p:cNvPr>
          <p:cNvSpPr>
            <a:spLocks noGrp="1"/>
          </p:cNvSpPr>
          <p:nvPr>
            <p:ph idx="1"/>
          </p:nvPr>
        </p:nvSpPr>
        <p:spPr>
          <a:xfrm>
            <a:off x="1451579" y="2015732"/>
            <a:ext cx="9603275" cy="4239294"/>
          </a:xfrm>
        </p:spPr>
        <p:txBody>
          <a:bodyPr>
            <a:normAutofit/>
          </a:bodyPr>
          <a:lstStyle/>
          <a:p>
            <a:pPr marL="0" indent="0">
              <a:buNone/>
            </a:pPr>
            <a:r>
              <a:rPr lang="en-IN" dirty="0"/>
              <a:t># Python Module example</a:t>
            </a:r>
          </a:p>
          <a:p>
            <a:pPr marL="0" indent="0">
              <a:buNone/>
            </a:pPr>
            <a:endParaRPr lang="en-IN" dirty="0"/>
          </a:p>
          <a:p>
            <a:pPr marL="0" indent="0">
              <a:buNone/>
            </a:pPr>
            <a:r>
              <a:rPr lang="en-IN" dirty="0"/>
              <a:t>def add(a, b):</a:t>
            </a:r>
          </a:p>
          <a:p>
            <a:pPr marL="0" indent="0">
              <a:buNone/>
            </a:pPr>
            <a:r>
              <a:rPr lang="en-IN" dirty="0"/>
              <a:t>   """This program adds two</a:t>
            </a:r>
          </a:p>
          <a:p>
            <a:pPr marL="0" indent="0">
              <a:buNone/>
            </a:pPr>
            <a:r>
              <a:rPr lang="en-IN" dirty="0"/>
              <a:t>   numbers and return the result"""</a:t>
            </a:r>
          </a:p>
          <a:p>
            <a:pPr marL="0" indent="0">
              <a:buNone/>
            </a:pPr>
            <a:endParaRPr lang="en-IN" dirty="0"/>
          </a:p>
          <a:p>
            <a:pPr marL="0" indent="0">
              <a:buNone/>
            </a:pPr>
            <a:r>
              <a:rPr lang="en-IN" dirty="0"/>
              <a:t>   result = a + b</a:t>
            </a:r>
          </a:p>
          <a:p>
            <a:pPr marL="0" indent="0">
              <a:buNone/>
            </a:pPr>
            <a:r>
              <a:rPr lang="en-IN" dirty="0"/>
              <a:t>   return result</a:t>
            </a:r>
          </a:p>
        </p:txBody>
      </p:sp>
    </p:spTree>
    <p:extLst>
      <p:ext uri="{BB962C8B-B14F-4D97-AF65-F5344CB8AC3E}">
        <p14:creationId xmlns:p14="http://schemas.microsoft.com/office/powerpoint/2010/main" val="22227397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E6542-0AB0-45D1-8CEF-24E61EE349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8B00CC0-BC77-4D89-AAA4-7E37DDAE6D93}"/>
              </a:ext>
            </a:extLst>
          </p:cNvPr>
          <p:cNvSpPr>
            <a:spLocks noGrp="1"/>
          </p:cNvSpPr>
          <p:nvPr>
            <p:ph idx="1"/>
          </p:nvPr>
        </p:nvSpPr>
        <p:spPr>
          <a:xfrm>
            <a:off x="212035" y="2015732"/>
            <a:ext cx="11834191" cy="4477833"/>
          </a:xfrm>
        </p:spPr>
        <p:txBody>
          <a:bodyPr>
            <a:normAutofit lnSpcReduction="10000"/>
          </a:bodyPr>
          <a:lstStyle/>
          <a:p>
            <a:pPr algn="l"/>
            <a:r>
              <a:rPr lang="en-IN" b="0" i="0" dirty="0">
                <a:effectLst/>
                <a:latin typeface="euclid_circular_a"/>
              </a:rPr>
              <a:t>Here, we have defined a </a:t>
            </a:r>
            <a:r>
              <a:rPr lang="en-IN" b="0" i="0" u="none" strike="noStrike" dirty="0">
                <a:solidFill>
                  <a:srgbClr val="0556F3"/>
                </a:solidFill>
                <a:effectLst/>
                <a:latin typeface="euclid_circular_a"/>
                <a:hlinkClick r:id="rId2"/>
              </a:rPr>
              <a:t>function</a:t>
            </a:r>
            <a:r>
              <a:rPr lang="en-IN" b="0" i="0" dirty="0">
                <a:effectLst/>
                <a:latin typeface="euclid_circular_a"/>
              </a:rPr>
              <a:t> add() inside a module named </a:t>
            </a:r>
            <a:r>
              <a:rPr lang="en-IN" b="0" i="0" dirty="0" err="1">
                <a:effectLst/>
                <a:latin typeface="euclid_circular_a"/>
              </a:rPr>
              <a:t>eg.</a:t>
            </a:r>
            <a:r>
              <a:rPr lang="en-IN" b="0" i="0" dirty="0">
                <a:effectLst/>
                <a:latin typeface="euclid_circular_a"/>
              </a:rPr>
              <a:t> The function takes in two numbers and returns their sum.</a:t>
            </a:r>
          </a:p>
          <a:p>
            <a:pPr algn="l"/>
            <a:r>
              <a:rPr lang="en-IN" b="1" i="0" dirty="0">
                <a:solidFill>
                  <a:srgbClr val="25265E"/>
                </a:solidFill>
                <a:effectLst/>
                <a:latin typeface="euclid_circular_a"/>
              </a:rPr>
              <a:t>How to import modules in Python?</a:t>
            </a:r>
          </a:p>
          <a:p>
            <a:pPr algn="l"/>
            <a:r>
              <a:rPr lang="en-IN" b="0" i="0" dirty="0">
                <a:effectLst/>
                <a:latin typeface="euclid_circular_a"/>
              </a:rPr>
              <a:t>We can import the definitions inside a module to another module or the interactive interpreter in Python.</a:t>
            </a:r>
          </a:p>
          <a:p>
            <a:pPr algn="l"/>
            <a:r>
              <a:rPr lang="en-IN" b="0" i="0" dirty="0">
                <a:effectLst/>
                <a:latin typeface="euclid_circular_a"/>
              </a:rPr>
              <a:t>We use the import keyword to do this. To import our previously defined module </a:t>
            </a:r>
            <a:r>
              <a:rPr lang="en-IN" b="0" i="0" dirty="0" err="1">
                <a:effectLst/>
                <a:latin typeface="euclid_circular_a"/>
              </a:rPr>
              <a:t>eg</a:t>
            </a:r>
            <a:r>
              <a:rPr lang="en-IN" b="0" i="0" dirty="0">
                <a:effectLst/>
                <a:latin typeface="euclid_circular_a"/>
              </a:rPr>
              <a:t> , we type the following in the Python prompt.</a:t>
            </a:r>
          </a:p>
          <a:p>
            <a:pPr marL="0" indent="0">
              <a:buNone/>
            </a:pPr>
            <a:r>
              <a:rPr lang="en-IN" dirty="0"/>
              <a:t>		import </a:t>
            </a:r>
            <a:r>
              <a:rPr lang="en-IN" dirty="0" err="1"/>
              <a:t>eg</a:t>
            </a:r>
            <a:endParaRPr lang="en-IN" dirty="0"/>
          </a:p>
          <a:p>
            <a:r>
              <a:rPr lang="en-IN" b="0" i="0" dirty="0">
                <a:effectLst/>
                <a:latin typeface="euclid_circular_a"/>
              </a:rPr>
              <a:t>Using the module name we can access the function using the dot . operator. For example:</a:t>
            </a:r>
          </a:p>
          <a:p>
            <a:pPr marL="0" indent="0">
              <a:buNone/>
            </a:pPr>
            <a:r>
              <a:rPr lang="en-IN" dirty="0"/>
              <a:t>		</a:t>
            </a:r>
            <a:r>
              <a:rPr lang="en-IN" dirty="0" err="1"/>
              <a:t>eg.add</a:t>
            </a:r>
            <a:r>
              <a:rPr lang="en-IN" dirty="0"/>
              <a:t>(2,3)</a:t>
            </a:r>
            <a:br>
              <a:rPr lang="en-IN" dirty="0"/>
            </a:br>
            <a:endParaRPr lang="en-IN" dirty="0"/>
          </a:p>
        </p:txBody>
      </p:sp>
    </p:spTree>
    <p:extLst>
      <p:ext uri="{BB962C8B-B14F-4D97-AF65-F5344CB8AC3E}">
        <p14:creationId xmlns:p14="http://schemas.microsoft.com/office/powerpoint/2010/main" val="15258598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AC1B4-AE31-4AD8-9E3C-CE3A742438FE}"/>
              </a:ext>
            </a:extLst>
          </p:cNvPr>
          <p:cNvSpPr>
            <a:spLocks noGrp="1"/>
          </p:cNvSpPr>
          <p:nvPr>
            <p:ph type="title"/>
          </p:nvPr>
        </p:nvSpPr>
        <p:spPr/>
        <p:txBody>
          <a:bodyPr/>
          <a:lstStyle/>
          <a:p>
            <a:r>
              <a:rPr lang="en-IN" dirty="0"/>
              <a:t>Python packages</a:t>
            </a:r>
          </a:p>
        </p:txBody>
      </p:sp>
      <p:pic>
        <p:nvPicPr>
          <p:cNvPr id="5" name="Picture 4">
            <a:extLst>
              <a:ext uri="{FF2B5EF4-FFF2-40B4-BE49-F238E27FC236}">
                <a16:creationId xmlns:a16="http://schemas.microsoft.com/office/drawing/2014/main" id="{A64E30E4-6479-4C4F-A59D-42D16236A117}"/>
              </a:ext>
            </a:extLst>
          </p:cNvPr>
          <p:cNvPicPr>
            <a:picLocks noChangeAspect="1"/>
          </p:cNvPicPr>
          <p:nvPr/>
        </p:nvPicPr>
        <p:blipFill>
          <a:blip r:embed="rId2"/>
          <a:stretch>
            <a:fillRect/>
          </a:stretch>
        </p:blipFill>
        <p:spPr>
          <a:xfrm>
            <a:off x="1132025" y="2116621"/>
            <a:ext cx="9569024" cy="2667414"/>
          </a:xfrm>
          <a:prstGeom prst="rect">
            <a:avLst/>
          </a:prstGeom>
        </p:spPr>
      </p:pic>
    </p:spTree>
    <p:extLst>
      <p:ext uri="{BB962C8B-B14F-4D97-AF65-F5344CB8AC3E}">
        <p14:creationId xmlns:p14="http://schemas.microsoft.com/office/powerpoint/2010/main" val="545057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F6835E-6502-4173-8850-6D228E355312}"/>
              </a:ext>
            </a:extLst>
          </p:cNvPr>
          <p:cNvPicPr>
            <a:picLocks noChangeAspect="1"/>
          </p:cNvPicPr>
          <p:nvPr/>
        </p:nvPicPr>
        <p:blipFill>
          <a:blip r:embed="rId2"/>
          <a:stretch>
            <a:fillRect/>
          </a:stretch>
        </p:blipFill>
        <p:spPr>
          <a:xfrm>
            <a:off x="1730444" y="376237"/>
            <a:ext cx="8320792" cy="5096911"/>
          </a:xfrm>
          <a:prstGeom prst="rect">
            <a:avLst/>
          </a:prstGeom>
        </p:spPr>
      </p:pic>
    </p:spTree>
    <p:extLst>
      <p:ext uri="{BB962C8B-B14F-4D97-AF65-F5344CB8AC3E}">
        <p14:creationId xmlns:p14="http://schemas.microsoft.com/office/powerpoint/2010/main" val="21667809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592E5B-C995-4818-823D-BE6E75FFB2C4}"/>
              </a:ext>
            </a:extLst>
          </p:cNvPr>
          <p:cNvPicPr>
            <a:picLocks noChangeAspect="1"/>
          </p:cNvPicPr>
          <p:nvPr/>
        </p:nvPicPr>
        <p:blipFill>
          <a:blip r:embed="rId2"/>
          <a:stretch>
            <a:fillRect/>
          </a:stretch>
        </p:blipFill>
        <p:spPr>
          <a:xfrm>
            <a:off x="1206776" y="184701"/>
            <a:ext cx="8507068" cy="4920304"/>
          </a:xfrm>
          <a:prstGeom prst="rect">
            <a:avLst/>
          </a:prstGeom>
        </p:spPr>
      </p:pic>
      <p:sp>
        <p:nvSpPr>
          <p:cNvPr id="5" name="TextBox 4">
            <a:extLst>
              <a:ext uri="{FF2B5EF4-FFF2-40B4-BE49-F238E27FC236}">
                <a16:creationId xmlns:a16="http://schemas.microsoft.com/office/drawing/2014/main" id="{2FF37687-286E-435B-9C09-1FC8607981BF}"/>
              </a:ext>
            </a:extLst>
          </p:cNvPr>
          <p:cNvSpPr txBox="1"/>
          <p:nvPr/>
        </p:nvSpPr>
        <p:spPr>
          <a:xfrm>
            <a:off x="3501887" y="5354743"/>
            <a:ext cx="6102626" cy="369332"/>
          </a:xfrm>
          <a:prstGeom prst="rect">
            <a:avLst/>
          </a:prstGeom>
          <a:noFill/>
        </p:spPr>
        <p:txBody>
          <a:bodyPr wrap="square">
            <a:spAutoFit/>
          </a:bodyPr>
          <a:lstStyle/>
          <a:p>
            <a:r>
              <a:rPr lang="en-IN" dirty="0"/>
              <a:t>https://www.tutorialsteacher.com/python/python-package</a:t>
            </a:r>
          </a:p>
        </p:txBody>
      </p:sp>
    </p:spTree>
    <p:extLst>
      <p:ext uri="{BB962C8B-B14F-4D97-AF65-F5344CB8AC3E}">
        <p14:creationId xmlns:p14="http://schemas.microsoft.com/office/powerpoint/2010/main" val="315305012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1213</TotalTime>
  <Words>2885</Words>
  <Application>Microsoft Office PowerPoint</Application>
  <PresentationFormat>Widescreen</PresentationFormat>
  <Paragraphs>284</Paragraphs>
  <Slides>42</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42</vt:i4>
      </vt:variant>
    </vt:vector>
  </HeadingPairs>
  <TitlesOfParts>
    <vt:vector size="55" baseType="lpstr">
      <vt:lpstr>Arial</vt:lpstr>
      <vt:lpstr>Consolas</vt:lpstr>
      <vt:lpstr>euclid_circular_a</vt:lpstr>
      <vt:lpstr>Gill Sans MT</vt:lpstr>
      <vt:lpstr>Segoe UI</vt:lpstr>
      <vt:lpstr>SFMono-Regular</vt:lpstr>
      <vt:lpstr>sofia-pro</vt:lpstr>
      <vt:lpstr>Source Sans Pro</vt:lpstr>
      <vt:lpstr>Times New Roman</vt:lpstr>
      <vt:lpstr>urw-din</vt:lpstr>
      <vt:lpstr>Verdana</vt:lpstr>
      <vt:lpstr>Wingdings</vt:lpstr>
      <vt:lpstr>Gallery</vt:lpstr>
      <vt:lpstr>Python file</vt:lpstr>
      <vt:lpstr>introduction</vt:lpstr>
      <vt:lpstr>Opening a file</vt:lpstr>
      <vt:lpstr>example</vt:lpstr>
      <vt:lpstr>PowerPoint Presentation</vt:lpstr>
      <vt:lpstr>The File Object Attributes</vt:lpstr>
      <vt:lpstr>example</vt:lpstr>
      <vt:lpstr>Closing a file</vt:lpstr>
      <vt:lpstr>The write() Method </vt:lpstr>
      <vt:lpstr>example</vt:lpstr>
      <vt:lpstr>The read() Method</vt:lpstr>
      <vt:lpstr>example</vt:lpstr>
      <vt:lpstr>readlines() Method</vt:lpstr>
      <vt:lpstr>How to read specific lines from a File in Python?</vt:lpstr>
      <vt:lpstr>example</vt:lpstr>
      <vt:lpstr>Python seek() function</vt:lpstr>
      <vt:lpstr>PowerPoint Presentation</vt:lpstr>
      <vt:lpstr>Python tell() function</vt:lpstr>
      <vt:lpstr>example</vt:lpstr>
      <vt:lpstr>Truncate() function</vt:lpstr>
      <vt:lpstr>The rename() Method </vt:lpstr>
      <vt:lpstr>The remove() Method </vt:lpstr>
      <vt:lpstr>Practical 3</vt:lpstr>
      <vt:lpstr>practice</vt:lpstr>
      <vt:lpstr>Manipulating directories</vt:lpstr>
      <vt:lpstr>Getting Current Working Directory (CWD)</vt:lpstr>
      <vt:lpstr>Renaming a directory</vt:lpstr>
      <vt:lpstr>Changing Current Working Directory (CWD)</vt:lpstr>
      <vt:lpstr>Removing a directory</vt:lpstr>
      <vt:lpstr>Iterables</vt:lpstr>
      <vt:lpstr>PowerPoint Presentation</vt:lpstr>
      <vt:lpstr>iterators</vt:lpstr>
      <vt:lpstr>Iterating through an iterator</vt:lpstr>
      <vt:lpstr>PowerPoint Presentation</vt:lpstr>
      <vt:lpstr>Python Anonymous/ Lambda function</vt:lpstr>
      <vt:lpstr>example</vt:lpstr>
      <vt:lpstr>Python Modules</vt:lpstr>
      <vt:lpstr>PowerPoint Presentation</vt:lpstr>
      <vt:lpstr>PowerPoint Presentation</vt:lpstr>
      <vt:lpstr>Python packages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file</dc:title>
  <dc:creator>Prathamesh Bagwe</dc:creator>
  <cp:lastModifiedBy>VISHAKHA BAGWE</cp:lastModifiedBy>
  <cp:revision>64</cp:revision>
  <dcterms:created xsi:type="dcterms:W3CDTF">2021-02-23T18:25:27Z</dcterms:created>
  <dcterms:modified xsi:type="dcterms:W3CDTF">2023-02-27T08:24:07Z</dcterms:modified>
</cp:coreProperties>
</file>